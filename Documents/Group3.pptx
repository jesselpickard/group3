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7" r:id="rId2"/>
  </p:sldIdLst>
  <p:sldSz cx="38404800" cy="38404800"/>
  <p:notesSz cx="6858000" cy="9144000"/>
  <p:defaultTextStyle>
    <a:defPPr>
      <a:defRPr lang="en-US"/>
    </a:defPPr>
    <a:lvl1pPr marL="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72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1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67" autoAdjust="0"/>
    <p:restoredTop sz="94660"/>
  </p:normalViewPr>
  <p:slideViewPr>
    <p:cSldViewPr snapToGrid="0">
      <p:cViewPr>
        <p:scale>
          <a:sx n="33" d="100"/>
          <a:sy n="33" d="100"/>
        </p:scale>
        <p:origin x="-235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ED9595-0AE4-4B15-B393-D0F1DD0EB94B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5C3F-4975-439A-8DC6-D347DA98E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055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1pPr>
    <a:lvl2pPr marL="1843430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2pPr>
    <a:lvl3pPr marL="368686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3pPr>
    <a:lvl4pPr marL="5530291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4pPr>
    <a:lvl5pPr marL="737372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5pPr>
    <a:lvl6pPr marL="921715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6pPr>
    <a:lvl7pPr marL="11060582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7pPr>
    <a:lvl8pPr marL="1290401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8pPr>
    <a:lvl9pPr marL="14747443" algn="l" defTabSz="3686861" rtl="0" eaLnBrk="1" latinLnBrk="0" hangingPunct="1">
      <a:defRPr sz="48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5C3F-4975-439A-8DC6-D347DA98E7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253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6285233"/>
            <a:ext cx="32644080" cy="13370560"/>
          </a:xfrm>
        </p:spPr>
        <p:txBody>
          <a:bodyPr anchor="b"/>
          <a:lstStyle>
            <a:lvl1pPr algn="ctr"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20171413"/>
            <a:ext cx="28803600" cy="9272267"/>
          </a:xfrm>
        </p:spPr>
        <p:txBody>
          <a:bodyPr/>
          <a:lstStyle>
            <a:lvl1pPr marL="0" indent="0" algn="ctr">
              <a:buNone/>
              <a:defRPr sz="10080"/>
            </a:lvl1pPr>
            <a:lvl2pPr marL="1920240" indent="0" algn="ctr">
              <a:buNone/>
              <a:defRPr sz="8400"/>
            </a:lvl2pPr>
            <a:lvl3pPr marL="3840480" indent="0" algn="ctr">
              <a:buNone/>
              <a:defRPr sz="7560"/>
            </a:lvl3pPr>
            <a:lvl4pPr marL="5760720" indent="0" algn="ctr">
              <a:buNone/>
              <a:defRPr sz="6720"/>
            </a:lvl4pPr>
            <a:lvl5pPr marL="7680960" indent="0" algn="ctr">
              <a:buNone/>
              <a:defRPr sz="6720"/>
            </a:lvl5pPr>
            <a:lvl6pPr marL="9601200" indent="0" algn="ctr">
              <a:buNone/>
              <a:defRPr sz="6720"/>
            </a:lvl6pPr>
            <a:lvl7pPr marL="11521440" indent="0" algn="ctr">
              <a:buNone/>
              <a:defRPr sz="6720"/>
            </a:lvl7pPr>
            <a:lvl8pPr marL="13441680" indent="0" algn="ctr">
              <a:buNone/>
              <a:defRPr sz="6720"/>
            </a:lvl8pPr>
            <a:lvl9pPr marL="15361920" indent="0" algn="ctr">
              <a:buNone/>
              <a:defRPr sz="67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97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533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0330" y="9574541"/>
            <a:ext cx="33124140" cy="15975327"/>
          </a:xfrm>
        </p:spPr>
        <p:txBody>
          <a:bodyPr anchor="b"/>
          <a:lstStyle>
            <a:lvl1pPr>
              <a:defRPr sz="2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0330" y="25701001"/>
            <a:ext cx="33124140" cy="8401047"/>
          </a:xfrm>
        </p:spPr>
        <p:txBody>
          <a:bodyPr/>
          <a:lstStyle>
            <a:lvl1pPr marL="0" indent="0">
              <a:buNone/>
              <a:defRPr sz="10080">
                <a:solidFill>
                  <a:schemeClr val="tx1"/>
                </a:solidFill>
              </a:defRPr>
            </a:lvl1pPr>
            <a:lvl2pPr marL="1920240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2pPr>
            <a:lvl3pPr marL="3840480" indent="0">
              <a:buNone/>
              <a:defRPr sz="7560">
                <a:solidFill>
                  <a:schemeClr val="tx1">
                    <a:tint val="75000"/>
                  </a:schemeClr>
                </a:solidFill>
              </a:defRPr>
            </a:lvl3pPr>
            <a:lvl4pPr marL="57607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4pPr>
            <a:lvl5pPr marL="768096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5pPr>
            <a:lvl6pPr marL="960120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6pPr>
            <a:lvl7pPr marL="1152144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7pPr>
            <a:lvl8pPr marL="1344168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8pPr>
            <a:lvl9pPr marL="15361920" indent="0">
              <a:buNone/>
              <a:defRPr sz="6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593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40330" y="10223500"/>
            <a:ext cx="1632204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42430" y="10223500"/>
            <a:ext cx="16322040" cy="243674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818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044708"/>
            <a:ext cx="33124140" cy="74231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5336" y="9414513"/>
            <a:ext cx="16247028" cy="4613907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45336" y="14028420"/>
            <a:ext cx="16247028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442432" y="9414513"/>
            <a:ext cx="16327042" cy="4613907"/>
          </a:xfrm>
        </p:spPr>
        <p:txBody>
          <a:bodyPr anchor="b"/>
          <a:lstStyle>
            <a:lvl1pPr marL="0" indent="0">
              <a:buNone/>
              <a:defRPr sz="10080" b="1"/>
            </a:lvl1pPr>
            <a:lvl2pPr marL="1920240" indent="0">
              <a:buNone/>
              <a:defRPr sz="8400" b="1"/>
            </a:lvl2pPr>
            <a:lvl3pPr marL="3840480" indent="0">
              <a:buNone/>
              <a:defRPr sz="7560" b="1"/>
            </a:lvl3pPr>
            <a:lvl4pPr marL="5760720" indent="0">
              <a:buNone/>
              <a:defRPr sz="6720" b="1"/>
            </a:lvl4pPr>
            <a:lvl5pPr marL="7680960" indent="0">
              <a:buNone/>
              <a:defRPr sz="6720" b="1"/>
            </a:lvl5pPr>
            <a:lvl6pPr marL="9601200" indent="0">
              <a:buNone/>
              <a:defRPr sz="6720" b="1"/>
            </a:lvl6pPr>
            <a:lvl7pPr marL="11521440" indent="0">
              <a:buNone/>
              <a:defRPr sz="6720" b="1"/>
            </a:lvl7pPr>
            <a:lvl8pPr marL="13441680" indent="0">
              <a:buNone/>
              <a:defRPr sz="6720" b="1"/>
            </a:lvl8pPr>
            <a:lvl9pPr marL="15361920" indent="0">
              <a:buNone/>
              <a:defRPr sz="67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442432" y="14028420"/>
            <a:ext cx="16327042" cy="20633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77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70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09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560320"/>
            <a:ext cx="12386548" cy="896112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27042" y="5529588"/>
            <a:ext cx="19442430" cy="27292300"/>
          </a:xfrm>
        </p:spPr>
        <p:txBody>
          <a:bodyPr/>
          <a:lstStyle>
            <a:lvl1pPr>
              <a:defRPr sz="13440"/>
            </a:lvl1pPr>
            <a:lvl2pPr>
              <a:defRPr sz="11760"/>
            </a:lvl2pPr>
            <a:lvl3pPr>
              <a:defRPr sz="10080"/>
            </a:lvl3pPr>
            <a:lvl4pPr>
              <a:defRPr sz="8400"/>
            </a:lvl4pPr>
            <a:lvl5pPr>
              <a:defRPr sz="8400"/>
            </a:lvl5pPr>
            <a:lvl6pPr>
              <a:defRPr sz="8400"/>
            </a:lvl6pPr>
            <a:lvl7pPr>
              <a:defRPr sz="8400"/>
            </a:lvl7pPr>
            <a:lvl8pPr>
              <a:defRPr sz="8400"/>
            </a:lvl8pPr>
            <a:lvl9pPr>
              <a:defRPr sz="8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11521440"/>
            <a:ext cx="12386548" cy="21344893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5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5332" y="2560320"/>
            <a:ext cx="12386548" cy="8961120"/>
          </a:xfrm>
        </p:spPr>
        <p:txBody>
          <a:bodyPr anchor="b"/>
          <a:lstStyle>
            <a:lvl1pPr>
              <a:defRPr sz="134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6327042" y="5529588"/>
            <a:ext cx="19442430" cy="27292300"/>
          </a:xfrm>
        </p:spPr>
        <p:txBody>
          <a:bodyPr anchor="t"/>
          <a:lstStyle>
            <a:lvl1pPr marL="0" indent="0">
              <a:buNone/>
              <a:defRPr sz="13440"/>
            </a:lvl1pPr>
            <a:lvl2pPr marL="1920240" indent="0">
              <a:buNone/>
              <a:defRPr sz="11760"/>
            </a:lvl2pPr>
            <a:lvl3pPr marL="3840480" indent="0">
              <a:buNone/>
              <a:defRPr sz="10080"/>
            </a:lvl3pPr>
            <a:lvl4pPr marL="5760720" indent="0">
              <a:buNone/>
              <a:defRPr sz="8400"/>
            </a:lvl4pPr>
            <a:lvl5pPr marL="7680960" indent="0">
              <a:buNone/>
              <a:defRPr sz="8400"/>
            </a:lvl5pPr>
            <a:lvl6pPr marL="9601200" indent="0">
              <a:buNone/>
              <a:defRPr sz="8400"/>
            </a:lvl6pPr>
            <a:lvl7pPr marL="11521440" indent="0">
              <a:buNone/>
              <a:defRPr sz="8400"/>
            </a:lvl7pPr>
            <a:lvl8pPr marL="13441680" indent="0">
              <a:buNone/>
              <a:defRPr sz="8400"/>
            </a:lvl8pPr>
            <a:lvl9pPr marL="15361920" indent="0">
              <a:buNone/>
              <a:defRPr sz="8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45332" y="11521440"/>
            <a:ext cx="12386548" cy="21344893"/>
          </a:xfrm>
        </p:spPr>
        <p:txBody>
          <a:bodyPr/>
          <a:lstStyle>
            <a:lvl1pPr marL="0" indent="0">
              <a:buNone/>
              <a:defRPr sz="6720"/>
            </a:lvl1pPr>
            <a:lvl2pPr marL="1920240" indent="0">
              <a:buNone/>
              <a:defRPr sz="5880"/>
            </a:lvl2pPr>
            <a:lvl3pPr marL="3840480" indent="0">
              <a:buNone/>
              <a:defRPr sz="5040"/>
            </a:lvl3pPr>
            <a:lvl4pPr marL="5760720" indent="0">
              <a:buNone/>
              <a:defRPr sz="4200"/>
            </a:lvl4pPr>
            <a:lvl5pPr marL="7680960" indent="0">
              <a:buNone/>
              <a:defRPr sz="4200"/>
            </a:lvl5pPr>
            <a:lvl6pPr marL="9601200" indent="0">
              <a:buNone/>
              <a:defRPr sz="4200"/>
            </a:lvl6pPr>
            <a:lvl7pPr marL="11521440" indent="0">
              <a:buNone/>
              <a:defRPr sz="4200"/>
            </a:lvl7pPr>
            <a:lvl8pPr marL="13441680" indent="0">
              <a:buNone/>
              <a:defRPr sz="4200"/>
            </a:lvl8pPr>
            <a:lvl9pPr marL="15361920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44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349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483437" y="2044700"/>
            <a:ext cx="8281035" cy="325462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40332" y="2044700"/>
            <a:ext cx="24363045" cy="325462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9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40330" y="2044708"/>
            <a:ext cx="33124140" cy="7423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0330" y="10223500"/>
            <a:ext cx="33124140" cy="243674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40330" y="35595568"/>
            <a:ext cx="864108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03D7F-B796-4B92-B0C7-6D4C9CC8C787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721590" y="35595568"/>
            <a:ext cx="1296162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123390" y="35595568"/>
            <a:ext cx="8641080" cy="2044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D920E-2A97-48E1-B2D4-DF17E46EF2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20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840480" rtl="0" eaLnBrk="1" latinLnBrk="0" hangingPunct="1">
        <a:lnSpc>
          <a:spcPct val="90000"/>
        </a:lnSpc>
        <a:spcBef>
          <a:spcPct val="0"/>
        </a:spcBef>
        <a:buNone/>
        <a:defRPr sz="184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0120" indent="-960120" algn="l" defTabSz="3840480" rtl="0" eaLnBrk="1" latinLnBrk="0" hangingPunct="1">
        <a:lnSpc>
          <a:spcPct val="90000"/>
        </a:lnSpc>
        <a:spcBef>
          <a:spcPts val="4200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8803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3pPr>
      <a:lvl4pPr marL="67208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1056132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248156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6322040" indent="-960120" algn="l" defTabSz="3840480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202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404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8096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60120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2144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4168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61920" algn="l" defTabSz="3840480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371600" y="7315200"/>
            <a:ext cx="7543800" cy="143731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 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Mauris</a:t>
            </a:r>
            <a:r>
              <a:rPr lang="en-US" sz="3200" dirty="0"/>
              <a:t> </a:t>
            </a:r>
            <a:r>
              <a:rPr lang="en-US" sz="3200" dirty="0" err="1"/>
              <a:t>ultrices</a:t>
            </a:r>
            <a:r>
              <a:rPr lang="en-US" sz="3200" dirty="0"/>
              <a:t> mi id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efficitur</a:t>
            </a:r>
            <a:r>
              <a:rPr lang="en-US" sz="3200" dirty="0"/>
              <a:t>, at </a:t>
            </a:r>
            <a:r>
              <a:rPr lang="en-US" sz="3200" dirty="0" err="1"/>
              <a:t>mattis</a:t>
            </a:r>
            <a:r>
              <a:rPr lang="en-US" sz="3200" dirty="0"/>
              <a:t> lorem </a:t>
            </a:r>
            <a:r>
              <a:rPr lang="en-US" sz="3200" dirty="0" err="1"/>
              <a:t>mattis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eu</a:t>
            </a:r>
            <a:r>
              <a:rPr lang="en-US" sz="3200" dirty="0"/>
              <a:t> lacinia eros. Sed </a:t>
            </a:r>
            <a:r>
              <a:rPr lang="en-US" sz="3200" dirty="0" err="1"/>
              <a:t>facilisis</a:t>
            </a:r>
            <a:r>
              <a:rPr lang="en-US" sz="3200" dirty="0"/>
              <a:t> </a:t>
            </a:r>
            <a:r>
              <a:rPr lang="en-US" sz="3200" dirty="0" err="1"/>
              <a:t>neque</a:t>
            </a:r>
            <a:r>
              <a:rPr lang="en-US" sz="3200" dirty="0"/>
              <a:t> </a:t>
            </a:r>
            <a:r>
              <a:rPr lang="en-US" sz="3200" dirty="0" err="1"/>
              <a:t>tortor</a:t>
            </a:r>
            <a:r>
              <a:rPr lang="en-US" sz="3200" dirty="0"/>
              <a:t>, id porta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pellentesque</a:t>
            </a:r>
            <a:r>
              <a:rPr lang="en-US" sz="3200" dirty="0"/>
              <a:t> dictum. </a:t>
            </a:r>
            <a:r>
              <a:rPr lang="en-US" sz="3200" dirty="0" err="1"/>
              <a:t>Pellentesque</a:t>
            </a:r>
            <a:r>
              <a:rPr lang="en-US" sz="3200" dirty="0"/>
              <a:t> habitant </a:t>
            </a:r>
            <a:r>
              <a:rPr lang="en-US" sz="3200" dirty="0" err="1"/>
              <a:t>morbi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 </a:t>
            </a:r>
            <a:r>
              <a:rPr lang="en-US" sz="3200" dirty="0" err="1"/>
              <a:t>senectus</a:t>
            </a:r>
            <a:r>
              <a:rPr lang="en-US" sz="3200" dirty="0"/>
              <a:t> et </a:t>
            </a:r>
            <a:r>
              <a:rPr lang="en-US" sz="3200" dirty="0" err="1"/>
              <a:t>netus</a:t>
            </a:r>
            <a:r>
              <a:rPr lang="en-US" sz="3200" dirty="0"/>
              <a:t> et </a:t>
            </a:r>
            <a:r>
              <a:rPr lang="en-US" sz="3200" dirty="0" err="1"/>
              <a:t>malesuada</a:t>
            </a:r>
            <a:r>
              <a:rPr lang="en-US" sz="3200" dirty="0"/>
              <a:t> fames ac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egestas</a:t>
            </a:r>
            <a:r>
              <a:rPr lang="en-US" sz="3200" dirty="0"/>
              <a:t>. Vestibulum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, </a:t>
            </a:r>
            <a:r>
              <a:rPr lang="en-US" sz="3200" dirty="0" err="1"/>
              <a:t>iaculis</a:t>
            </a:r>
            <a:r>
              <a:rPr lang="en-US" sz="3200" dirty="0"/>
              <a:t> et </a:t>
            </a:r>
            <a:r>
              <a:rPr lang="en-US" sz="3200" dirty="0" err="1"/>
              <a:t>lacus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, </a:t>
            </a:r>
            <a:r>
              <a:rPr lang="en-US" sz="3200" dirty="0" err="1"/>
              <a:t>rutrum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mi. Donec ligula </a:t>
            </a:r>
            <a:r>
              <a:rPr lang="en-US" sz="3200" dirty="0" err="1"/>
              <a:t>felis</a:t>
            </a:r>
            <a:r>
              <a:rPr lang="en-US" sz="3200" dirty="0"/>
              <a:t>, </a:t>
            </a:r>
            <a:r>
              <a:rPr lang="en-US" sz="3200" dirty="0" err="1"/>
              <a:t>eleifend</a:t>
            </a:r>
            <a:r>
              <a:rPr lang="en-US" sz="3200" dirty="0"/>
              <a:t> </a:t>
            </a:r>
            <a:r>
              <a:rPr lang="en-US" sz="3200" dirty="0" err="1"/>
              <a:t>imperdiet</a:t>
            </a:r>
            <a:r>
              <a:rPr lang="en-US" sz="3200" dirty="0"/>
              <a:t> </a:t>
            </a:r>
            <a:r>
              <a:rPr lang="en-US" sz="3200" dirty="0" err="1"/>
              <a:t>ullamcorper</a:t>
            </a:r>
            <a:r>
              <a:rPr lang="en-US" sz="3200" dirty="0"/>
              <a:t> non, </a:t>
            </a:r>
            <a:r>
              <a:rPr lang="en-US" sz="3200" dirty="0" err="1"/>
              <a:t>tincidunt</a:t>
            </a:r>
            <a:r>
              <a:rPr lang="en-US" sz="3200" dirty="0"/>
              <a:t> vel </a:t>
            </a:r>
            <a:r>
              <a:rPr lang="en-US" sz="3200" dirty="0" err="1"/>
              <a:t>nunc</a:t>
            </a:r>
            <a:r>
              <a:rPr lang="en-US" sz="3200" dirty="0"/>
              <a:t>. Sed sed </a:t>
            </a:r>
            <a:r>
              <a:rPr lang="en-US" sz="3200" dirty="0" err="1"/>
              <a:t>congue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sit </a:t>
            </a:r>
            <a:r>
              <a:rPr lang="en-US" sz="3200" dirty="0" err="1"/>
              <a:t>amet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 </a:t>
            </a:r>
            <a:r>
              <a:rPr lang="en-US" sz="3200" dirty="0" err="1"/>
              <a:t>purus</a:t>
            </a:r>
            <a:r>
              <a:rPr lang="en-US" sz="3200" dirty="0"/>
              <a:t>. </a:t>
            </a:r>
            <a:r>
              <a:rPr lang="en-US" sz="3200" dirty="0" err="1"/>
              <a:t>Orci</a:t>
            </a:r>
            <a:r>
              <a:rPr lang="en-US" sz="3200" dirty="0"/>
              <a:t> </a:t>
            </a:r>
            <a:r>
              <a:rPr lang="en-US" sz="3200" dirty="0" err="1"/>
              <a:t>varius</a:t>
            </a:r>
            <a:r>
              <a:rPr lang="en-US" sz="3200" dirty="0"/>
              <a:t> </a:t>
            </a:r>
            <a:r>
              <a:rPr lang="en-US" sz="3200" dirty="0" err="1"/>
              <a:t>natoque</a:t>
            </a:r>
            <a:r>
              <a:rPr lang="en-US" sz="3200" dirty="0"/>
              <a:t> </a:t>
            </a:r>
            <a:r>
              <a:rPr lang="en-US" sz="3200" dirty="0" err="1"/>
              <a:t>penatibus</a:t>
            </a:r>
            <a:r>
              <a:rPr lang="en-US" sz="3200" dirty="0"/>
              <a:t> et </a:t>
            </a:r>
            <a:r>
              <a:rPr lang="en-US" sz="3200" dirty="0" err="1"/>
              <a:t>magnis</a:t>
            </a:r>
            <a:r>
              <a:rPr lang="en-US" sz="3200" dirty="0"/>
              <a:t> dis parturient </a:t>
            </a:r>
            <a:r>
              <a:rPr lang="en-US" sz="3200" dirty="0" err="1"/>
              <a:t>montes</a:t>
            </a:r>
            <a:r>
              <a:rPr lang="en-US" sz="3200" dirty="0"/>
              <a:t>, </a:t>
            </a:r>
            <a:r>
              <a:rPr lang="en-US" sz="3200" dirty="0" err="1"/>
              <a:t>nascetur</a:t>
            </a:r>
            <a:r>
              <a:rPr lang="en-US" sz="3200" dirty="0"/>
              <a:t> </a:t>
            </a:r>
            <a:r>
              <a:rPr lang="en-US" sz="3200" dirty="0" err="1"/>
              <a:t>ridiculus</a:t>
            </a:r>
            <a:r>
              <a:rPr lang="en-US" sz="3200" dirty="0"/>
              <a:t> mus. In vel </a:t>
            </a:r>
            <a:r>
              <a:rPr lang="en-US" sz="3200" dirty="0" err="1"/>
              <a:t>ultrices</a:t>
            </a:r>
            <a:r>
              <a:rPr lang="en-US" sz="3200" dirty="0"/>
              <a:t> magna. In vel </a:t>
            </a:r>
            <a:r>
              <a:rPr lang="en-US" sz="3200" dirty="0" err="1"/>
              <a:t>justo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. Sed </a:t>
            </a:r>
            <a:r>
              <a:rPr lang="en-US" sz="3200" dirty="0" err="1"/>
              <a:t>ultricies</a:t>
            </a:r>
            <a:r>
              <a:rPr lang="en-US" sz="3200" dirty="0"/>
              <a:t> ipsum </a:t>
            </a:r>
            <a:r>
              <a:rPr lang="en-US" sz="3200" dirty="0" err="1"/>
              <a:t>ut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eleifend</a:t>
            </a:r>
            <a:r>
              <a:rPr lang="en-US" sz="3200" dirty="0"/>
              <a:t>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 err="1"/>
              <a:t>Nulla</a:t>
            </a:r>
            <a:r>
              <a:rPr lang="en-US" sz="3200" dirty="0"/>
              <a:t> </a:t>
            </a:r>
            <a:r>
              <a:rPr lang="en-US" sz="3200" dirty="0" err="1"/>
              <a:t>facilisi</a:t>
            </a:r>
            <a:r>
              <a:rPr lang="en-US" sz="3200" dirty="0"/>
              <a:t>. </a:t>
            </a:r>
            <a:r>
              <a:rPr lang="en-US" sz="3200" dirty="0" err="1"/>
              <a:t>Praesent</a:t>
            </a:r>
            <a:r>
              <a:rPr lang="en-US" sz="3200" dirty="0"/>
              <a:t> id dui a </a:t>
            </a:r>
            <a:r>
              <a:rPr lang="en-US" sz="3200" dirty="0" err="1"/>
              <a:t>orci</a:t>
            </a:r>
            <a:r>
              <a:rPr lang="en-US" sz="3200" dirty="0"/>
              <a:t> </a:t>
            </a:r>
            <a:r>
              <a:rPr lang="en-US" sz="3200" dirty="0" err="1"/>
              <a:t>molestie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. Donec eros </a:t>
            </a:r>
            <a:r>
              <a:rPr lang="en-US" sz="3200" dirty="0" err="1"/>
              <a:t>turpis</a:t>
            </a:r>
            <a:r>
              <a:rPr lang="en-US" sz="3200" dirty="0"/>
              <a:t>, </a:t>
            </a:r>
            <a:r>
              <a:rPr lang="en-US" sz="3200" dirty="0" err="1"/>
              <a:t>eleifend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 convallis vitae, </a:t>
            </a:r>
            <a:r>
              <a:rPr lang="en-US" sz="3200" dirty="0" err="1"/>
              <a:t>venenatis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</a:t>
            </a:r>
            <a:r>
              <a:rPr lang="en-US" sz="3200" dirty="0" err="1"/>
              <a:t>justo</a:t>
            </a:r>
            <a:r>
              <a:rPr lang="en-US" sz="3200" dirty="0"/>
              <a:t>. Cras vel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metus</a:t>
            </a:r>
            <a:r>
              <a:rPr lang="en-US" sz="3200" dirty="0"/>
              <a:t>. Donec </a:t>
            </a:r>
            <a:r>
              <a:rPr lang="en-US" sz="3200" dirty="0" err="1"/>
              <a:t>ut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 id ex </a:t>
            </a:r>
            <a:r>
              <a:rPr lang="en-US" sz="3200" dirty="0" err="1"/>
              <a:t>tincidunt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. Cras </a:t>
            </a:r>
            <a:r>
              <a:rPr lang="en-US" sz="3200" dirty="0" err="1"/>
              <a:t>facilisis</a:t>
            </a:r>
            <a:r>
              <a:rPr lang="en-US" sz="3200" dirty="0"/>
              <a:t> </a:t>
            </a:r>
            <a:r>
              <a:rPr lang="en-US" sz="3200" dirty="0" err="1"/>
              <a:t>sapien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</a:t>
            </a:r>
            <a:r>
              <a:rPr lang="en-US" sz="3200" dirty="0" err="1"/>
              <a:t>quis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 </a:t>
            </a:r>
            <a:r>
              <a:rPr lang="en-US" sz="3200" dirty="0" err="1"/>
              <a:t>est</a:t>
            </a:r>
            <a:r>
              <a:rPr lang="en-US" sz="3200" dirty="0"/>
              <a:t> </a:t>
            </a:r>
            <a:r>
              <a:rPr lang="en-US" sz="3200" dirty="0" err="1"/>
              <a:t>posuere</a:t>
            </a:r>
            <a:r>
              <a:rPr lang="en-US" sz="3200" dirty="0"/>
              <a:t> ac. </a:t>
            </a:r>
            <a:r>
              <a:rPr lang="en-US" sz="3200" dirty="0" err="1"/>
              <a:t>Fusce</a:t>
            </a:r>
            <a:r>
              <a:rPr lang="en-US" sz="3200" dirty="0"/>
              <a:t> </a:t>
            </a:r>
            <a:r>
              <a:rPr lang="en-US" sz="3200" dirty="0" err="1"/>
              <a:t>tincidunt</a:t>
            </a:r>
            <a:r>
              <a:rPr lang="en-US" sz="3200" dirty="0"/>
              <a:t> </a:t>
            </a:r>
            <a:r>
              <a:rPr lang="en-US" sz="3200" dirty="0" err="1"/>
              <a:t>ullamcorper</a:t>
            </a:r>
            <a:r>
              <a:rPr lang="en-US" sz="3200" dirty="0"/>
              <a:t> </a:t>
            </a:r>
            <a:r>
              <a:rPr lang="en-US" sz="3200" dirty="0" err="1"/>
              <a:t>leo</a:t>
            </a:r>
            <a:r>
              <a:rPr lang="en-US" sz="3200" dirty="0"/>
              <a:t> at </a:t>
            </a:r>
            <a:r>
              <a:rPr lang="en-US" sz="3200" dirty="0" err="1"/>
              <a:t>egestas</a:t>
            </a:r>
            <a:r>
              <a:rPr lang="en-US" sz="3200" dirty="0"/>
              <a:t>.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6400800"/>
            <a:ext cx="7543800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BB1C3F"/>
                </a:solidFill>
              </a:rPr>
              <a:t>Abstract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914400"/>
            <a:ext cx="22860000" cy="144655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BB1C3F"/>
                </a:solidFill>
              </a:rPr>
              <a:t>This is the title of the poster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543144"/>
            <a:ext cx="2286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Mason Allen, Jesse Pickard, Dewayne Scrivner, Jordan Weaver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1E4EA6-E914-104F-AF0A-B617E4CD864C}"/>
              </a:ext>
            </a:extLst>
          </p:cNvPr>
          <p:cNvSpPr txBox="1"/>
          <p:nvPr/>
        </p:nvSpPr>
        <p:spPr>
          <a:xfrm>
            <a:off x="7772400" y="3730135"/>
            <a:ext cx="2286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/>
              <a:t>Dept. Of Computer Science and </a:t>
            </a:r>
            <a:r>
              <a:rPr lang="en-US" sz="5400"/>
              <a:t>Information Technology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E72D31-CE3C-4643-BFC4-AB5A67F9691D}"/>
              </a:ext>
            </a:extLst>
          </p:cNvPr>
          <p:cNvSpPr/>
          <p:nvPr/>
        </p:nvSpPr>
        <p:spPr>
          <a:xfrm>
            <a:off x="0" y="0"/>
            <a:ext cx="38404800" cy="5486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Logo&#10;&#10;Description automatically generated">
            <a:extLst>
              <a:ext uri="{FF2B5EF4-FFF2-40B4-BE49-F238E27FC236}">
                <a16:creationId xmlns:a16="http://schemas.microsoft.com/office/drawing/2014/main" id="{57AC0E8A-34ED-EB42-BEC4-C70D0F19E8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914400"/>
            <a:ext cx="6126480" cy="365887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52D404C-22B6-5E44-8D47-70D924BED731}"/>
              </a:ext>
            </a:extLst>
          </p:cNvPr>
          <p:cNvSpPr txBox="1"/>
          <p:nvPr/>
        </p:nvSpPr>
        <p:spPr>
          <a:xfrm>
            <a:off x="10744200" y="7315200"/>
            <a:ext cx="7543800" cy="18312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 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Mauris</a:t>
            </a:r>
            <a:r>
              <a:rPr lang="en-US" sz="3200" dirty="0"/>
              <a:t> </a:t>
            </a:r>
            <a:r>
              <a:rPr lang="en-US" sz="3200" dirty="0" err="1"/>
              <a:t>ultrices</a:t>
            </a:r>
            <a:r>
              <a:rPr lang="en-US" sz="3200" dirty="0"/>
              <a:t> mi id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efficitur</a:t>
            </a:r>
            <a:r>
              <a:rPr lang="en-US" sz="3200" dirty="0"/>
              <a:t>, at </a:t>
            </a:r>
            <a:r>
              <a:rPr lang="en-US" sz="3200" dirty="0" err="1"/>
              <a:t>mattis</a:t>
            </a:r>
            <a:r>
              <a:rPr lang="en-US" sz="3200" dirty="0"/>
              <a:t> lorem </a:t>
            </a:r>
            <a:r>
              <a:rPr lang="en-US" sz="3200" dirty="0" err="1"/>
              <a:t>mattis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eu</a:t>
            </a:r>
            <a:r>
              <a:rPr lang="en-US" sz="3200" dirty="0"/>
              <a:t> lacinia eros. Sed </a:t>
            </a:r>
            <a:r>
              <a:rPr lang="en-US" sz="3200" dirty="0" err="1"/>
              <a:t>facilisis</a:t>
            </a:r>
            <a:r>
              <a:rPr lang="en-US" sz="3200" dirty="0"/>
              <a:t> </a:t>
            </a:r>
            <a:r>
              <a:rPr lang="en-US" sz="3200" dirty="0" err="1"/>
              <a:t>neque</a:t>
            </a:r>
            <a:r>
              <a:rPr lang="en-US" sz="3200" dirty="0"/>
              <a:t> </a:t>
            </a:r>
            <a:r>
              <a:rPr lang="en-US" sz="3200" dirty="0" err="1"/>
              <a:t>tortor</a:t>
            </a:r>
            <a:r>
              <a:rPr lang="en-US" sz="3200" dirty="0"/>
              <a:t>, id porta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pellentesque</a:t>
            </a:r>
            <a:r>
              <a:rPr lang="en-US" sz="3200" dirty="0"/>
              <a:t> dictum. </a:t>
            </a:r>
            <a:r>
              <a:rPr lang="en-US" sz="3200" dirty="0" err="1"/>
              <a:t>Pellentesque</a:t>
            </a:r>
            <a:r>
              <a:rPr lang="en-US" sz="3200" dirty="0"/>
              <a:t> habitant </a:t>
            </a:r>
            <a:r>
              <a:rPr lang="en-US" sz="3200" dirty="0" err="1"/>
              <a:t>morbi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 </a:t>
            </a:r>
            <a:r>
              <a:rPr lang="en-US" sz="3200" dirty="0" err="1"/>
              <a:t>senectus</a:t>
            </a:r>
            <a:r>
              <a:rPr lang="en-US" sz="3200" dirty="0"/>
              <a:t> et </a:t>
            </a:r>
            <a:r>
              <a:rPr lang="en-US" sz="3200" dirty="0" err="1"/>
              <a:t>netus</a:t>
            </a:r>
            <a:r>
              <a:rPr lang="en-US" sz="3200" dirty="0"/>
              <a:t> et </a:t>
            </a:r>
            <a:r>
              <a:rPr lang="en-US" sz="3200" dirty="0" err="1"/>
              <a:t>malesuada</a:t>
            </a:r>
            <a:r>
              <a:rPr lang="en-US" sz="3200" dirty="0"/>
              <a:t> fames ac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egestas</a:t>
            </a:r>
            <a:r>
              <a:rPr lang="en-US" sz="3200" dirty="0"/>
              <a:t>. Vestibulum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, </a:t>
            </a:r>
            <a:r>
              <a:rPr lang="en-US" sz="3200" dirty="0" err="1"/>
              <a:t>iaculis</a:t>
            </a:r>
            <a:r>
              <a:rPr lang="en-US" sz="3200" dirty="0"/>
              <a:t> et </a:t>
            </a:r>
            <a:r>
              <a:rPr lang="en-US" sz="3200" dirty="0" err="1"/>
              <a:t>lacus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, </a:t>
            </a:r>
            <a:r>
              <a:rPr lang="en-US" sz="3200" dirty="0" err="1"/>
              <a:t>rutrum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mi. Donec ligula </a:t>
            </a:r>
            <a:r>
              <a:rPr lang="en-US" sz="3200" dirty="0" err="1"/>
              <a:t>felis</a:t>
            </a:r>
            <a:r>
              <a:rPr lang="en-US" sz="3200" dirty="0"/>
              <a:t>, </a:t>
            </a:r>
            <a:r>
              <a:rPr lang="en-US" sz="3200" dirty="0" err="1"/>
              <a:t>eleifend</a:t>
            </a:r>
            <a:r>
              <a:rPr lang="en-US" sz="3200" dirty="0"/>
              <a:t> </a:t>
            </a:r>
            <a:r>
              <a:rPr lang="en-US" sz="3200" dirty="0" err="1"/>
              <a:t>imperdiet</a:t>
            </a:r>
            <a:r>
              <a:rPr lang="en-US" sz="3200" dirty="0"/>
              <a:t> </a:t>
            </a:r>
            <a:r>
              <a:rPr lang="en-US" sz="3200" dirty="0" err="1"/>
              <a:t>ullamcorper</a:t>
            </a:r>
            <a:r>
              <a:rPr lang="en-US" sz="3200" dirty="0"/>
              <a:t> non, </a:t>
            </a:r>
            <a:r>
              <a:rPr lang="en-US" sz="3200" dirty="0" err="1"/>
              <a:t>tincidunt</a:t>
            </a:r>
            <a:r>
              <a:rPr lang="en-US" sz="3200" dirty="0"/>
              <a:t> vel </a:t>
            </a:r>
            <a:r>
              <a:rPr lang="en-US" sz="3200" dirty="0" err="1"/>
              <a:t>nunc</a:t>
            </a:r>
            <a:r>
              <a:rPr lang="en-US" sz="3200" dirty="0"/>
              <a:t>. Sed sed </a:t>
            </a:r>
            <a:r>
              <a:rPr lang="en-US" sz="3200" dirty="0" err="1"/>
              <a:t>congue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sit </a:t>
            </a:r>
            <a:r>
              <a:rPr lang="en-US" sz="3200" dirty="0" err="1"/>
              <a:t>amet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 </a:t>
            </a:r>
            <a:r>
              <a:rPr lang="en-US" sz="3200" dirty="0" err="1"/>
              <a:t>purus</a:t>
            </a:r>
            <a:r>
              <a:rPr lang="en-US" sz="3200" dirty="0"/>
              <a:t>. </a:t>
            </a:r>
            <a:r>
              <a:rPr lang="en-US" sz="3200" dirty="0" err="1"/>
              <a:t>Orci</a:t>
            </a:r>
            <a:r>
              <a:rPr lang="en-US" sz="3200" dirty="0"/>
              <a:t> </a:t>
            </a:r>
            <a:r>
              <a:rPr lang="en-US" sz="3200" dirty="0" err="1"/>
              <a:t>varius</a:t>
            </a:r>
            <a:r>
              <a:rPr lang="en-US" sz="3200" dirty="0"/>
              <a:t> </a:t>
            </a:r>
            <a:r>
              <a:rPr lang="en-US" sz="3200" dirty="0" err="1"/>
              <a:t>natoque</a:t>
            </a:r>
            <a:r>
              <a:rPr lang="en-US" sz="3200" dirty="0"/>
              <a:t> </a:t>
            </a:r>
            <a:r>
              <a:rPr lang="en-US" sz="3200" dirty="0" err="1"/>
              <a:t>penatibus</a:t>
            </a:r>
            <a:r>
              <a:rPr lang="en-US" sz="3200" dirty="0"/>
              <a:t> et </a:t>
            </a:r>
            <a:r>
              <a:rPr lang="en-US" sz="3200" dirty="0" err="1"/>
              <a:t>magnis</a:t>
            </a:r>
            <a:r>
              <a:rPr lang="en-US" sz="3200" dirty="0"/>
              <a:t> dis parturient </a:t>
            </a:r>
            <a:r>
              <a:rPr lang="en-US" sz="3200" dirty="0" err="1"/>
              <a:t>montes</a:t>
            </a:r>
            <a:r>
              <a:rPr lang="en-US" sz="3200" dirty="0"/>
              <a:t>, </a:t>
            </a:r>
            <a:r>
              <a:rPr lang="en-US" sz="3200" dirty="0" err="1"/>
              <a:t>nascetur</a:t>
            </a:r>
            <a:r>
              <a:rPr lang="en-US" sz="3200" dirty="0"/>
              <a:t> </a:t>
            </a:r>
            <a:r>
              <a:rPr lang="en-US" sz="3200" dirty="0" err="1"/>
              <a:t>ridiculus</a:t>
            </a:r>
            <a:r>
              <a:rPr lang="en-US" sz="3200" dirty="0"/>
              <a:t> mus. In vel </a:t>
            </a:r>
            <a:r>
              <a:rPr lang="en-US" sz="3200" dirty="0" err="1"/>
              <a:t>ultrices</a:t>
            </a:r>
            <a:r>
              <a:rPr lang="en-US" sz="3200" dirty="0"/>
              <a:t> magna. In vel </a:t>
            </a:r>
            <a:r>
              <a:rPr lang="en-US" sz="3200" dirty="0" err="1"/>
              <a:t>justo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. Sed </a:t>
            </a:r>
            <a:r>
              <a:rPr lang="en-US" sz="3200" dirty="0" err="1"/>
              <a:t>ultricies</a:t>
            </a:r>
            <a:r>
              <a:rPr lang="en-US" sz="3200" dirty="0"/>
              <a:t> ipsum </a:t>
            </a:r>
            <a:r>
              <a:rPr lang="en-US" sz="3200" dirty="0" err="1"/>
              <a:t>ut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eleifend</a:t>
            </a:r>
            <a:r>
              <a:rPr lang="en-US" sz="3200" dirty="0"/>
              <a:t>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 err="1"/>
              <a:t>Nulla</a:t>
            </a:r>
            <a:r>
              <a:rPr lang="en-US" sz="3200" dirty="0"/>
              <a:t> </a:t>
            </a:r>
            <a:r>
              <a:rPr lang="en-US" sz="3200" dirty="0" err="1"/>
              <a:t>facilisi</a:t>
            </a:r>
            <a:r>
              <a:rPr lang="en-US" sz="3200" dirty="0"/>
              <a:t>. </a:t>
            </a:r>
            <a:r>
              <a:rPr lang="en-US" sz="3200" dirty="0" err="1"/>
              <a:t>Praesent</a:t>
            </a:r>
            <a:r>
              <a:rPr lang="en-US" sz="3200" dirty="0"/>
              <a:t> id dui a </a:t>
            </a:r>
            <a:r>
              <a:rPr lang="en-US" sz="3200" dirty="0" err="1"/>
              <a:t>orci</a:t>
            </a:r>
            <a:r>
              <a:rPr lang="en-US" sz="3200" dirty="0"/>
              <a:t> </a:t>
            </a:r>
            <a:r>
              <a:rPr lang="en-US" sz="3200" dirty="0" err="1"/>
              <a:t>molestie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. Donec eros </a:t>
            </a:r>
            <a:r>
              <a:rPr lang="en-US" sz="3200" dirty="0" err="1"/>
              <a:t>turpis</a:t>
            </a:r>
            <a:r>
              <a:rPr lang="en-US" sz="3200" dirty="0"/>
              <a:t>, </a:t>
            </a:r>
            <a:r>
              <a:rPr lang="en-US" sz="3200" dirty="0" err="1"/>
              <a:t>eleifend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 convallis vitae, </a:t>
            </a:r>
            <a:r>
              <a:rPr lang="en-US" sz="3200" dirty="0" err="1"/>
              <a:t>venenatis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</a:t>
            </a:r>
            <a:r>
              <a:rPr lang="en-US" sz="3200" dirty="0" err="1"/>
              <a:t>justo</a:t>
            </a:r>
            <a:r>
              <a:rPr lang="en-US" sz="3200" dirty="0"/>
              <a:t>. Cras vel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metus</a:t>
            </a:r>
            <a:r>
              <a:rPr lang="en-US" sz="3200" dirty="0"/>
              <a:t>. Donec </a:t>
            </a:r>
            <a:r>
              <a:rPr lang="en-US" sz="3200" dirty="0" err="1"/>
              <a:t>ut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 id ex </a:t>
            </a:r>
            <a:r>
              <a:rPr lang="en-US" sz="3200" dirty="0" err="1"/>
              <a:t>tincidunt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. Cras </a:t>
            </a:r>
            <a:r>
              <a:rPr lang="en-US" sz="3200" dirty="0" err="1"/>
              <a:t>facilisis</a:t>
            </a:r>
            <a:r>
              <a:rPr lang="en-US" sz="3200" dirty="0"/>
              <a:t> </a:t>
            </a:r>
            <a:r>
              <a:rPr lang="en-US" sz="3200" dirty="0" err="1"/>
              <a:t>sapien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</a:t>
            </a:r>
            <a:r>
              <a:rPr lang="en-US" sz="3200" dirty="0" err="1"/>
              <a:t>quis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 </a:t>
            </a:r>
            <a:r>
              <a:rPr lang="en-US" sz="3200" dirty="0" err="1"/>
              <a:t>est</a:t>
            </a:r>
            <a:r>
              <a:rPr lang="en-US" sz="3200" dirty="0"/>
              <a:t> </a:t>
            </a:r>
            <a:r>
              <a:rPr lang="en-US" sz="3200" dirty="0" err="1"/>
              <a:t>posuere</a:t>
            </a:r>
            <a:r>
              <a:rPr lang="en-US" sz="3200" dirty="0"/>
              <a:t> ac. </a:t>
            </a:r>
            <a:r>
              <a:rPr lang="en-US" sz="3200" dirty="0" err="1"/>
              <a:t>Fusce</a:t>
            </a:r>
            <a:r>
              <a:rPr lang="en-US" sz="3200" dirty="0"/>
              <a:t> </a:t>
            </a:r>
            <a:r>
              <a:rPr lang="en-US" sz="3200" dirty="0" err="1"/>
              <a:t>tincidunt</a:t>
            </a:r>
            <a:r>
              <a:rPr lang="en-US" sz="3200" dirty="0"/>
              <a:t> </a:t>
            </a:r>
            <a:r>
              <a:rPr lang="en-US" sz="3200" dirty="0" err="1"/>
              <a:t>ullamcorper</a:t>
            </a:r>
            <a:r>
              <a:rPr lang="en-US" sz="3200" dirty="0"/>
              <a:t> </a:t>
            </a:r>
            <a:r>
              <a:rPr lang="en-US" sz="3200" dirty="0" err="1"/>
              <a:t>leo</a:t>
            </a:r>
            <a:r>
              <a:rPr lang="en-US" sz="3200" dirty="0"/>
              <a:t> at </a:t>
            </a:r>
            <a:r>
              <a:rPr lang="en-US" sz="3200" dirty="0" err="1"/>
              <a:t>egestas</a:t>
            </a:r>
            <a:r>
              <a:rPr lang="en-US" sz="3200" dirty="0"/>
              <a:t>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 err="1"/>
              <a:t>Vivamus</a:t>
            </a:r>
            <a:r>
              <a:rPr lang="en-US" sz="3200" dirty="0"/>
              <a:t> </a:t>
            </a:r>
            <a:r>
              <a:rPr lang="en-US" sz="3200" dirty="0" err="1"/>
              <a:t>pellentesque</a:t>
            </a:r>
            <a:r>
              <a:rPr lang="en-US" sz="3200" dirty="0"/>
              <a:t> </a:t>
            </a:r>
            <a:r>
              <a:rPr lang="en-US" sz="3200" dirty="0" err="1"/>
              <a:t>fringilla</a:t>
            </a:r>
            <a:r>
              <a:rPr lang="en-US" sz="3200" dirty="0"/>
              <a:t> </a:t>
            </a:r>
            <a:r>
              <a:rPr lang="en-US" sz="3200" dirty="0" err="1"/>
              <a:t>sapien</a:t>
            </a:r>
            <a:r>
              <a:rPr lang="en-US" sz="3200" dirty="0"/>
              <a:t> </a:t>
            </a:r>
            <a:r>
              <a:rPr lang="en-US" sz="3200" dirty="0" err="1"/>
              <a:t>ut</a:t>
            </a:r>
            <a:r>
              <a:rPr lang="en-US" sz="3200" dirty="0"/>
              <a:t> </a:t>
            </a:r>
            <a:r>
              <a:rPr lang="en-US" sz="3200" dirty="0" err="1"/>
              <a:t>vehicula</a:t>
            </a:r>
            <a:r>
              <a:rPr lang="en-US" sz="3200" dirty="0"/>
              <a:t>. </a:t>
            </a:r>
            <a:r>
              <a:rPr lang="en-US" sz="3200" dirty="0" err="1"/>
              <a:t>Phasellus</a:t>
            </a:r>
            <a:r>
              <a:rPr lang="en-US" sz="3200" dirty="0"/>
              <a:t> id </a:t>
            </a:r>
            <a:r>
              <a:rPr lang="en-US" sz="3200" dirty="0" err="1"/>
              <a:t>est</a:t>
            </a:r>
            <a:r>
              <a:rPr lang="en-US" sz="3200" dirty="0"/>
              <a:t> </a:t>
            </a:r>
            <a:r>
              <a:rPr lang="en-US" sz="3200" dirty="0" err="1"/>
              <a:t>accumsan</a:t>
            </a:r>
            <a:r>
              <a:rPr lang="en-US" sz="3200" dirty="0"/>
              <a:t>, vestibulum </a:t>
            </a:r>
            <a:r>
              <a:rPr lang="en-US" sz="3200" dirty="0" err="1"/>
              <a:t>leo</a:t>
            </a:r>
            <a:r>
              <a:rPr lang="en-US" sz="3200" dirty="0"/>
              <a:t> </a:t>
            </a:r>
            <a:r>
              <a:rPr lang="en-US" sz="3200" dirty="0" err="1"/>
              <a:t>eu</a:t>
            </a:r>
            <a:r>
              <a:rPr lang="en-US" sz="3200" dirty="0"/>
              <a:t>, fermentum </a:t>
            </a:r>
            <a:r>
              <a:rPr lang="en-US" sz="3200" dirty="0" err="1"/>
              <a:t>erat</a:t>
            </a:r>
            <a:r>
              <a:rPr lang="en-US" sz="3200" dirty="0"/>
              <a:t>. Aenean </a:t>
            </a:r>
            <a:r>
              <a:rPr lang="en-US" sz="3200" dirty="0" err="1"/>
              <a:t>ullamcorper</a:t>
            </a:r>
            <a:r>
              <a:rPr lang="en-US" sz="3200" dirty="0"/>
              <a:t> </a:t>
            </a:r>
            <a:r>
              <a:rPr lang="en-US" sz="3200" dirty="0" err="1"/>
              <a:t>neque</a:t>
            </a:r>
            <a:r>
              <a:rPr lang="en-US" sz="3200" dirty="0"/>
              <a:t> vel </a:t>
            </a:r>
            <a:r>
              <a:rPr lang="en-US" sz="3200" dirty="0" err="1"/>
              <a:t>elit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, id </a:t>
            </a:r>
            <a:r>
              <a:rPr lang="en-US" sz="3200" dirty="0" err="1"/>
              <a:t>congue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. 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260FA1-F34C-E848-8BF8-421439B9412C}"/>
              </a:ext>
            </a:extLst>
          </p:cNvPr>
          <p:cNvSpPr txBox="1"/>
          <p:nvPr/>
        </p:nvSpPr>
        <p:spPr>
          <a:xfrm>
            <a:off x="10744200" y="6400799"/>
            <a:ext cx="7543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BB1C3F"/>
                </a:solidFill>
              </a:rPr>
              <a:t>Technology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2B8F71-E134-414F-9A2A-89B6A9482606}"/>
              </a:ext>
            </a:extLst>
          </p:cNvPr>
          <p:cNvSpPr txBox="1"/>
          <p:nvPr/>
        </p:nvSpPr>
        <p:spPr>
          <a:xfrm>
            <a:off x="20116800" y="7315200"/>
            <a:ext cx="7543800" cy="104336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 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Mauris</a:t>
            </a:r>
            <a:r>
              <a:rPr lang="en-US" sz="3200" dirty="0"/>
              <a:t> </a:t>
            </a:r>
            <a:r>
              <a:rPr lang="en-US" sz="3200" dirty="0" err="1"/>
              <a:t>ultrices</a:t>
            </a:r>
            <a:r>
              <a:rPr lang="en-US" sz="3200" dirty="0"/>
              <a:t> mi id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efficitur</a:t>
            </a:r>
            <a:r>
              <a:rPr lang="en-US" sz="3200" dirty="0"/>
              <a:t>, at </a:t>
            </a:r>
            <a:r>
              <a:rPr lang="en-US" sz="3200" dirty="0" err="1"/>
              <a:t>mattis</a:t>
            </a:r>
            <a:r>
              <a:rPr lang="en-US" sz="3200" dirty="0"/>
              <a:t> lorem </a:t>
            </a:r>
            <a:r>
              <a:rPr lang="en-US" sz="3200" dirty="0" err="1"/>
              <a:t>mattis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eu</a:t>
            </a:r>
            <a:r>
              <a:rPr lang="en-US" sz="3200" dirty="0"/>
              <a:t> lacinia eros. Sed </a:t>
            </a:r>
            <a:r>
              <a:rPr lang="en-US" sz="3200" dirty="0" err="1"/>
              <a:t>facilisis</a:t>
            </a:r>
            <a:r>
              <a:rPr lang="en-US" sz="3200" dirty="0"/>
              <a:t> </a:t>
            </a:r>
            <a:r>
              <a:rPr lang="en-US" sz="3200" dirty="0" err="1"/>
              <a:t>neque</a:t>
            </a:r>
            <a:r>
              <a:rPr lang="en-US" sz="3200" dirty="0"/>
              <a:t> </a:t>
            </a:r>
            <a:r>
              <a:rPr lang="en-US" sz="3200" dirty="0" err="1"/>
              <a:t>tortor</a:t>
            </a:r>
            <a:r>
              <a:rPr lang="en-US" sz="3200" dirty="0"/>
              <a:t>, id porta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pellentesque</a:t>
            </a:r>
            <a:r>
              <a:rPr lang="en-US" sz="3200" dirty="0"/>
              <a:t> dictum. </a:t>
            </a:r>
            <a:r>
              <a:rPr lang="en-US" sz="3200" dirty="0" err="1"/>
              <a:t>Pellentesque</a:t>
            </a:r>
            <a:r>
              <a:rPr lang="en-US" sz="3200" dirty="0"/>
              <a:t> habitant </a:t>
            </a:r>
            <a:r>
              <a:rPr lang="en-US" sz="3200" dirty="0" err="1"/>
              <a:t>morbi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 </a:t>
            </a:r>
            <a:r>
              <a:rPr lang="en-US" sz="3200" dirty="0" err="1"/>
              <a:t>senectus</a:t>
            </a:r>
            <a:r>
              <a:rPr lang="en-US" sz="3200" dirty="0"/>
              <a:t> et </a:t>
            </a:r>
            <a:r>
              <a:rPr lang="en-US" sz="3200" dirty="0" err="1"/>
              <a:t>netus</a:t>
            </a:r>
            <a:r>
              <a:rPr lang="en-US" sz="3200" dirty="0"/>
              <a:t> et </a:t>
            </a:r>
            <a:r>
              <a:rPr lang="en-US" sz="3200" dirty="0" err="1"/>
              <a:t>malesuada</a:t>
            </a:r>
            <a:r>
              <a:rPr lang="en-US" sz="3200" dirty="0"/>
              <a:t> fames ac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egestas</a:t>
            </a:r>
            <a:r>
              <a:rPr lang="en-US" sz="3200" dirty="0"/>
              <a:t>. Vestibulum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, </a:t>
            </a:r>
            <a:r>
              <a:rPr lang="en-US" sz="3200" dirty="0" err="1"/>
              <a:t>iaculis</a:t>
            </a:r>
            <a:r>
              <a:rPr lang="en-US" sz="3200" dirty="0"/>
              <a:t> et </a:t>
            </a:r>
            <a:r>
              <a:rPr lang="en-US" sz="3200" dirty="0" err="1"/>
              <a:t>lacus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, </a:t>
            </a:r>
            <a:r>
              <a:rPr lang="en-US" sz="3200" dirty="0" err="1"/>
              <a:t>rutrum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mi. Donec ligula </a:t>
            </a:r>
            <a:r>
              <a:rPr lang="en-US" sz="3200" dirty="0" err="1"/>
              <a:t>felis</a:t>
            </a:r>
            <a:r>
              <a:rPr lang="en-US" sz="3200" dirty="0"/>
              <a:t>, </a:t>
            </a:r>
            <a:r>
              <a:rPr lang="en-US" sz="3200" dirty="0" err="1"/>
              <a:t>eleifend</a:t>
            </a:r>
            <a:r>
              <a:rPr lang="en-US" sz="3200" dirty="0"/>
              <a:t> </a:t>
            </a:r>
            <a:r>
              <a:rPr lang="en-US" sz="3200" dirty="0" err="1"/>
              <a:t>imperdiet</a:t>
            </a:r>
            <a:r>
              <a:rPr lang="en-US" sz="3200" dirty="0"/>
              <a:t> </a:t>
            </a:r>
            <a:r>
              <a:rPr lang="en-US" sz="3200" dirty="0" err="1"/>
              <a:t>ullamcorper</a:t>
            </a:r>
            <a:r>
              <a:rPr lang="en-US" sz="3200" dirty="0"/>
              <a:t> non, </a:t>
            </a:r>
            <a:r>
              <a:rPr lang="en-US" sz="3200" dirty="0" err="1"/>
              <a:t>tincidunt</a:t>
            </a:r>
            <a:r>
              <a:rPr lang="en-US" sz="3200" dirty="0"/>
              <a:t> vel </a:t>
            </a:r>
            <a:r>
              <a:rPr lang="en-US" sz="3200" dirty="0" err="1"/>
              <a:t>nunc</a:t>
            </a:r>
            <a:r>
              <a:rPr lang="en-US" sz="3200" dirty="0"/>
              <a:t>. Sed sed </a:t>
            </a:r>
            <a:r>
              <a:rPr lang="en-US" sz="3200" dirty="0" err="1"/>
              <a:t>congue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sit </a:t>
            </a:r>
            <a:r>
              <a:rPr lang="en-US" sz="3200" dirty="0" err="1"/>
              <a:t>amet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 </a:t>
            </a:r>
            <a:r>
              <a:rPr lang="en-US" sz="3200" dirty="0" err="1"/>
              <a:t>purus</a:t>
            </a:r>
            <a:r>
              <a:rPr lang="en-US" sz="3200" dirty="0"/>
              <a:t>. </a:t>
            </a:r>
            <a:r>
              <a:rPr lang="en-US" sz="3200" dirty="0" err="1"/>
              <a:t>Orci</a:t>
            </a:r>
            <a:r>
              <a:rPr lang="en-US" sz="3200" dirty="0"/>
              <a:t> </a:t>
            </a:r>
            <a:r>
              <a:rPr lang="en-US" sz="3200" dirty="0" err="1"/>
              <a:t>varius</a:t>
            </a:r>
            <a:r>
              <a:rPr lang="en-US" sz="3200" dirty="0"/>
              <a:t> </a:t>
            </a:r>
            <a:r>
              <a:rPr lang="en-US" sz="3200" dirty="0" err="1"/>
              <a:t>natoque</a:t>
            </a:r>
            <a:r>
              <a:rPr lang="en-US" sz="3200" dirty="0"/>
              <a:t> </a:t>
            </a:r>
            <a:r>
              <a:rPr lang="en-US" sz="3200" dirty="0" err="1"/>
              <a:t>penatibus</a:t>
            </a:r>
            <a:r>
              <a:rPr lang="en-US" sz="3200" dirty="0"/>
              <a:t> et </a:t>
            </a:r>
            <a:r>
              <a:rPr lang="en-US" sz="3200" dirty="0" err="1"/>
              <a:t>magnis</a:t>
            </a:r>
            <a:r>
              <a:rPr lang="en-US" sz="3200" dirty="0"/>
              <a:t> dis parturient </a:t>
            </a:r>
            <a:r>
              <a:rPr lang="en-US" sz="3200" dirty="0" err="1"/>
              <a:t>montes</a:t>
            </a:r>
            <a:r>
              <a:rPr lang="en-US" sz="3200" dirty="0"/>
              <a:t>, </a:t>
            </a:r>
            <a:r>
              <a:rPr lang="en-US" sz="3200" dirty="0" err="1"/>
              <a:t>nascetur</a:t>
            </a:r>
            <a:r>
              <a:rPr lang="en-US" sz="3200" dirty="0"/>
              <a:t> </a:t>
            </a:r>
            <a:r>
              <a:rPr lang="en-US" sz="3200" dirty="0" err="1"/>
              <a:t>ridiculus</a:t>
            </a:r>
            <a:r>
              <a:rPr lang="en-US" sz="3200" dirty="0"/>
              <a:t> mus. In vel </a:t>
            </a:r>
            <a:r>
              <a:rPr lang="en-US" sz="3200" dirty="0" err="1"/>
              <a:t>ultrices</a:t>
            </a:r>
            <a:r>
              <a:rPr lang="en-US" sz="3200" dirty="0"/>
              <a:t> magna. In vel </a:t>
            </a:r>
            <a:r>
              <a:rPr lang="en-US" sz="3200" dirty="0" err="1"/>
              <a:t>justo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. Sed </a:t>
            </a:r>
            <a:r>
              <a:rPr lang="en-US" sz="3200" dirty="0" err="1"/>
              <a:t>ultricies</a:t>
            </a:r>
            <a:r>
              <a:rPr lang="en-US" sz="3200" dirty="0"/>
              <a:t> ipsum </a:t>
            </a:r>
            <a:r>
              <a:rPr lang="en-US" sz="3200" dirty="0" err="1"/>
              <a:t>ut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eleifend</a:t>
            </a:r>
            <a:r>
              <a:rPr lang="en-US" sz="3200" dirty="0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DEE2E9-7AD4-AF4A-A8DE-2DD6E398169D}"/>
              </a:ext>
            </a:extLst>
          </p:cNvPr>
          <p:cNvSpPr txBox="1"/>
          <p:nvPr/>
        </p:nvSpPr>
        <p:spPr>
          <a:xfrm>
            <a:off x="20116800" y="6400799"/>
            <a:ext cx="7543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BB1C3F"/>
                </a:solidFill>
              </a:rPr>
              <a:t>Design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5BFCBA-8F53-DD46-A2ED-0F4416500F31}"/>
              </a:ext>
            </a:extLst>
          </p:cNvPr>
          <p:cNvSpPr txBox="1"/>
          <p:nvPr/>
        </p:nvSpPr>
        <p:spPr>
          <a:xfrm>
            <a:off x="29489400" y="7278624"/>
            <a:ext cx="7543800" cy="19297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Mauris</a:t>
            </a:r>
            <a:r>
              <a:rPr lang="en-US" sz="3200" dirty="0"/>
              <a:t> </a:t>
            </a:r>
            <a:r>
              <a:rPr lang="en-US" sz="3200" dirty="0" err="1"/>
              <a:t>ultrices</a:t>
            </a:r>
            <a:r>
              <a:rPr lang="en-US" sz="3200" dirty="0"/>
              <a:t> mi id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efficitur</a:t>
            </a:r>
            <a:r>
              <a:rPr lang="en-US" sz="3200" dirty="0"/>
              <a:t>, at </a:t>
            </a:r>
            <a:r>
              <a:rPr lang="en-US" sz="3200" dirty="0" err="1"/>
              <a:t>mattis</a:t>
            </a:r>
            <a:r>
              <a:rPr lang="en-US" sz="3200" dirty="0"/>
              <a:t> lorem </a:t>
            </a:r>
            <a:r>
              <a:rPr lang="en-US" sz="3200" dirty="0" err="1"/>
              <a:t>mattis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eu</a:t>
            </a:r>
            <a:r>
              <a:rPr lang="en-US" sz="3200" dirty="0"/>
              <a:t> lacinia eros. Sed </a:t>
            </a:r>
            <a:r>
              <a:rPr lang="en-US" sz="3200" dirty="0" err="1"/>
              <a:t>facilisis</a:t>
            </a:r>
            <a:r>
              <a:rPr lang="en-US" sz="3200" dirty="0"/>
              <a:t> </a:t>
            </a:r>
            <a:r>
              <a:rPr lang="en-US" sz="3200" dirty="0" err="1"/>
              <a:t>neque</a:t>
            </a:r>
            <a:r>
              <a:rPr lang="en-US" sz="3200" dirty="0"/>
              <a:t> </a:t>
            </a:r>
            <a:r>
              <a:rPr lang="en-US" sz="3200" dirty="0" err="1"/>
              <a:t>tortor</a:t>
            </a:r>
            <a:r>
              <a:rPr lang="en-US" sz="3200" dirty="0"/>
              <a:t>, id porta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pellentesque</a:t>
            </a:r>
            <a:r>
              <a:rPr lang="en-US" sz="3200" dirty="0"/>
              <a:t> dictum. </a:t>
            </a:r>
            <a:r>
              <a:rPr lang="en-US" sz="3200" dirty="0" err="1"/>
              <a:t>Pellentesque</a:t>
            </a:r>
            <a:r>
              <a:rPr lang="en-US" sz="3200" dirty="0"/>
              <a:t> habitant </a:t>
            </a:r>
            <a:r>
              <a:rPr lang="en-US" sz="3200" dirty="0" err="1"/>
              <a:t>morbi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 </a:t>
            </a:r>
            <a:r>
              <a:rPr lang="en-US" sz="3200" dirty="0" err="1"/>
              <a:t>senectus</a:t>
            </a:r>
            <a:r>
              <a:rPr lang="en-US" sz="3200" dirty="0"/>
              <a:t> et </a:t>
            </a:r>
            <a:r>
              <a:rPr lang="en-US" sz="3200" dirty="0" err="1"/>
              <a:t>netus</a:t>
            </a:r>
            <a:r>
              <a:rPr lang="en-US" sz="3200" dirty="0"/>
              <a:t> et </a:t>
            </a:r>
            <a:r>
              <a:rPr lang="en-US" sz="3200" dirty="0" err="1"/>
              <a:t>malesuada</a:t>
            </a:r>
            <a:r>
              <a:rPr lang="en-US" sz="3200" dirty="0"/>
              <a:t> fames ac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egestas</a:t>
            </a:r>
            <a:r>
              <a:rPr lang="en-US" sz="3200" dirty="0"/>
              <a:t>. Vestibulum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, </a:t>
            </a:r>
            <a:r>
              <a:rPr lang="en-US" sz="3200" dirty="0" err="1"/>
              <a:t>iaculis</a:t>
            </a:r>
            <a:r>
              <a:rPr lang="en-US" sz="3200" dirty="0"/>
              <a:t> et </a:t>
            </a:r>
            <a:r>
              <a:rPr lang="en-US" sz="3200" dirty="0" err="1"/>
              <a:t>lacus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, </a:t>
            </a:r>
            <a:r>
              <a:rPr lang="en-US" sz="3200" dirty="0" err="1"/>
              <a:t>rutrum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mi. Donec ligula </a:t>
            </a:r>
            <a:r>
              <a:rPr lang="en-US" sz="3200" dirty="0" err="1"/>
              <a:t>felis</a:t>
            </a:r>
            <a:r>
              <a:rPr lang="en-US" sz="3200" dirty="0"/>
              <a:t>, </a:t>
            </a:r>
            <a:r>
              <a:rPr lang="en-US" sz="3200" dirty="0" err="1"/>
              <a:t>eleifend</a:t>
            </a:r>
            <a:r>
              <a:rPr lang="en-US" sz="3200" dirty="0"/>
              <a:t> </a:t>
            </a:r>
            <a:r>
              <a:rPr lang="en-US" sz="3200" dirty="0" err="1"/>
              <a:t>imperdiet</a:t>
            </a:r>
            <a:r>
              <a:rPr lang="en-US" sz="3200" dirty="0"/>
              <a:t> </a:t>
            </a:r>
            <a:r>
              <a:rPr lang="en-US" sz="3200" dirty="0" err="1"/>
              <a:t>ullamcorper</a:t>
            </a:r>
            <a:r>
              <a:rPr lang="en-US" sz="3200" dirty="0"/>
              <a:t> non, </a:t>
            </a:r>
            <a:r>
              <a:rPr lang="en-US" sz="3200" dirty="0" err="1"/>
              <a:t>tincidunt</a:t>
            </a:r>
            <a:r>
              <a:rPr lang="en-US" sz="3200" dirty="0"/>
              <a:t> vel </a:t>
            </a:r>
            <a:r>
              <a:rPr lang="en-US" sz="3200" dirty="0" err="1"/>
              <a:t>nunc</a:t>
            </a:r>
            <a:r>
              <a:rPr lang="en-US" sz="3200" dirty="0"/>
              <a:t>. Sed sed </a:t>
            </a:r>
            <a:r>
              <a:rPr lang="en-US" sz="3200" dirty="0" err="1"/>
              <a:t>congue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sit </a:t>
            </a:r>
            <a:r>
              <a:rPr lang="en-US" sz="3200" dirty="0" err="1"/>
              <a:t>amet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 </a:t>
            </a:r>
            <a:r>
              <a:rPr lang="en-US" sz="3200" dirty="0" err="1"/>
              <a:t>purus</a:t>
            </a:r>
            <a:r>
              <a:rPr lang="en-US" sz="3200" dirty="0"/>
              <a:t>. </a:t>
            </a:r>
            <a:r>
              <a:rPr lang="en-US" sz="3200" dirty="0" err="1"/>
              <a:t>Orci</a:t>
            </a:r>
            <a:r>
              <a:rPr lang="en-US" sz="3200" dirty="0"/>
              <a:t> </a:t>
            </a:r>
            <a:r>
              <a:rPr lang="en-US" sz="3200" dirty="0" err="1"/>
              <a:t>varius</a:t>
            </a:r>
            <a:r>
              <a:rPr lang="en-US" sz="3200" dirty="0"/>
              <a:t> </a:t>
            </a:r>
            <a:r>
              <a:rPr lang="en-US" sz="3200" dirty="0" err="1"/>
              <a:t>natoque</a:t>
            </a:r>
            <a:r>
              <a:rPr lang="en-US" sz="3200" dirty="0"/>
              <a:t> </a:t>
            </a:r>
            <a:r>
              <a:rPr lang="en-US" sz="3200" dirty="0" err="1"/>
              <a:t>penatibus</a:t>
            </a:r>
            <a:r>
              <a:rPr lang="en-US" sz="3200" dirty="0"/>
              <a:t> et </a:t>
            </a:r>
            <a:r>
              <a:rPr lang="en-US" sz="3200" dirty="0" err="1"/>
              <a:t>magnis</a:t>
            </a:r>
            <a:r>
              <a:rPr lang="en-US" sz="3200" dirty="0"/>
              <a:t> dis parturient </a:t>
            </a:r>
            <a:r>
              <a:rPr lang="en-US" sz="3200" dirty="0" err="1"/>
              <a:t>montes</a:t>
            </a:r>
            <a:r>
              <a:rPr lang="en-US" sz="3200" dirty="0"/>
              <a:t>, </a:t>
            </a:r>
            <a:r>
              <a:rPr lang="en-US" sz="3200" dirty="0" err="1"/>
              <a:t>nascetur</a:t>
            </a:r>
            <a:r>
              <a:rPr lang="en-US" sz="3200" dirty="0"/>
              <a:t> </a:t>
            </a:r>
            <a:r>
              <a:rPr lang="en-US" sz="3200" dirty="0" err="1"/>
              <a:t>ridiculus</a:t>
            </a:r>
            <a:r>
              <a:rPr lang="en-US" sz="3200" dirty="0"/>
              <a:t> mus. In vel </a:t>
            </a:r>
            <a:r>
              <a:rPr lang="en-US" sz="3200" dirty="0" err="1"/>
              <a:t>ultrices</a:t>
            </a:r>
            <a:r>
              <a:rPr lang="en-US" sz="3200" dirty="0"/>
              <a:t> magna. In vel </a:t>
            </a:r>
            <a:r>
              <a:rPr lang="en-US" sz="3200" dirty="0" err="1"/>
              <a:t>justo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. Sed </a:t>
            </a:r>
            <a:r>
              <a:rPr lang="en-US" sz="3200" dirty="0" err="1"/>
              <a:t>ultricies</a:t>
            </a:r>
            <a:r>
              <a:rPr lang="en-US" sz="3200" dirty="0"/>
              <a:t> ipsum </a:t>
            </a:r>
            <a:r>
              <a:rPr lang="en-US" sz="3200" dirty="0" err="1"/>
              <a:t>ut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eleifend</a:t>
            </a:r>
            <a:r>
              <a:rPr lang="en-US" sz="3200" dirty="0"/>
              <a:t>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/>
              <a:t>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Mauris</a:t>
            </a:r>
            <a:r>
              <a:rPr lang="en-US" sz="3200" dirty="0"/>
              <a:t> </a:t>
            </a:r>
            <a:r>
              <a:rPr lang="en-US" sz="3200" dirty="0" err="1"/>
              <a:t>ultrices</a:t>
            </a:r>
            <a:r>
              <a:rPr lang="en-US" sz="3200" dirty="0"/>
              <a:t> mi id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efficitur</a:t>
            </a:r>
            <a:r>
              <a:rPr lang="en-US" sz="3200" dirty="0"/>
              <a:t>, at </a:t>
            </a:r>
            <a:r>
              <a:rPr lang="en-US" sz="3200" dirty="0" err="1"/>
              <a:t>mattis</a:t>
            </a:r>
            <a:r>
              <a:rPr lang="en-US" sz="3200" dirty="0"/>
              <a:t> lorem </a:t>
            </a:r>
            <a:r>
              <a:rPr lang="en-US" sz="3200" dirty="0" err="1"/>
              <a:t>mattis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eu</a:t>
            </a:r>
            <a:r>
              <a:rPr lang="en-US" sz="3200" dirty="0"/>
              <a:t> lacinia eros. Sed </a:t>
            </a:r>
            <a:r>
              <a:rPr lang="en-US" sz="3200" dirty="0" err="1"/>
              <a:t>facilisis</a:t>
            </a:r>
            <a:r>
              <a:rPr lang="en-US" sz="3200" dirty="0"/>
              <a:t> </a:t>
            </a:r>
            <a:r>
              <a:rPr lang="en-US" sz="3200" dirty="0" err="1"/>
              <a:t>neque</a:t>
            </a:r>
            <a:r>
              <a:rPr lang="en-US" sz="3200" dirty="0"/>
              <a:t> </a:t>
            </a:r>
            <a:r>
              <a:rPr lang="en-US" sz="3200" dirty="0" err="1"/>
              <a:t>tortor</a:t>
            </a:r>
            <a:r>
              <a:rPr lang="en-US" sz="3200" dirty="0"/>
              <a:t>, id porta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pellentesque</a:t>
            </a:r>
            <a:r>
              <a:rPr lang="en-US" sz="3200" dirty="0"/>
              <a:t> dictum. </a:t>
            </a:r>
            <a:r>
              <a:rPr lang="en-US" sz="3200" dirty="0" err="1"/>
              <a:t>Pellentesque</a:t>
            </a:r>
            <a:r>
              <a:rPr lang="en-US" sz="3200" dirty="0"/>
              <a:t> habitant </a:t>
            </a:r>
            <a:r>
              <a:rPr lang="en-US" sz="3200" dirty="0" err="1"/>
              <a:t>morbi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 </a:t>
            </a:r>
            <a:r>
              <a:rPr lang="en-US" sz="3200" dirty="0" err="1"/>
              <a:t>senectus</a:t>
            </a:r>
            <a:r>
              <a:rPr lang="en-US" sz="3200" dirty="0"/>
              <a:t> et </a:t>
            </a:r>
            <a:r>
              <a:rPr lang="en-US" sz="3200" dirty="0" err="1"/>
              <a:t>netus</a:t>
            </a:r>
            <a:r>
              <a:rPr lang="en-US" sz="3200" dirty="0"/>
              <a:t> et </a:t>
            </a:r>
            <a:r>
              <a:rPr lang="en-US" sz="3200" dirty="0" err="1"/>
              <a:t>malesuada</a:t>
            </a:r>
            <a:r>
              <a:rPr lang="en-US" sz="3200" dirty="0"/>
              <a:t> fames ac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egestas</a:t>
            </a:r>
            <a:r>
              <a:rPr lang="en-US" sz="3200" dirty="0"/>
              <a:t>. Vestibulum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, </a:t>
            </a:r>
            <a:r>
              <a:rPr lang="en-US" sz="3200" dirty="0" err="1"/>
              <a:t>iaculis</a:t>
            </a:r>
            <a:r>
              <a:rPr lang="en-US" sz="3200" dirty="0"/>
              <a:t> et </a:t>
            </a:r>
            <a:r>
              <a:rPr lang="en-US" sz="3200" dirty="0" err="1"/>
              <a:t>lacus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, </a:t>
            </a:r>
            <a:r>
              <a:rPr lang="en-US" sz="3200" dirty="0" err="1"/>
              <a:t>rutrum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mi. Donec ligula </a:t>
            </a:r>
            <a:r>
              <a:rPr lang="en-US" sz="3200" dirty="0" err="1"/>
              <a:t>felis</a:t>
            </a:r>
            <a:r>
              <a:rPr lang="en-US" sz="3200" dirty="0"/>
              <a:t>, </a:t>
            </a:r>
            <a:r>
              <a:rPr lang="en-US" sz="3200" dirty="0" err="1"/>
              <a:t>eleifend</a:t>
            </a:r>
            <a:r>
              <a:rPr lang="en-US" sz="3200" dirty="0"/>
              <a:t> </a:t>
            </a:r>
            <a:r>
              <a:rPr lang="en-US" sz="3200" dirty="0" err="1"/>
              <a:t>imperdiet</a:t>
            </a:r>
            <a:r>
              <a:rPr lang="en-US" sz="3200" dirty="0"/>
              <a:t> </a:t>
            </a:r>
            <a:r>
              <a:rPr lang="en-US" sz="3200" dirty="0" err="1"/>
              <a:t>ullamcorper</a:t>
            </a:r>
            <a:r>
              <a:rPr lang="en-US" sz="3200" dirty="0"/>
              <a:t> non, </a:t>
            </a:r>
            <a:r>
              <a:rPr lang="en-US" sz="3200" dirty="0" err="1"/>
              <a:t>tincidunt</a:t>
            </a:r>
            <a:r>
              <a:rPr lang="en-US" sz="3200" dirty="0"/>
              <a:t> vel </a:t>
            </a:r>
            <a:r>
              <a:rPr lang="en-US" sz="3200" dirty="0" err="1"/>
              <a:t>nunc</a:t>
            </a:r>
            <a:r>
              <a:rPr lang="en-US" sz="3200" dirty="0"/>
              <a:t>. Sed sed </a:t>
            </a:r>
            <a:r>
              <a:rPr lang="en-US" sz="3200" dirty="0" err="1"/>
              <a:t>congue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sit </a:t>
            </a:r>
            <a:r>
              <a:rPr lang="en-US" sz="3200" dirty="0" err="1"/>
              <a:t>amet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 </a:t>
            </a:r>
            <a:r>
              <a:rPr lang="en-US" sz="3200" dirty="0" err="1"/>
              <a:t>purus</a:t>
            </a:r>
            <a:r>
              <a:rPr lang="en-US" sz="3200" dirty="0"/>
              <a:t>. </a:t>
            </a:r>
            <a:r>
              <a:rPr lang="en-US" sz="3200" dirty="0" err="1"/>
              <a:t>Orci</a:t>
            </a:r>
            <a:r>
              <a:rPr lang="en-US" sz="3200" dirty="0"/>
              <a:t> </a:t>
            </a:r>
            <a:r>
              <a:rPr lang="en-US" sz="3200" dirty="0" err="1"/>
              <a:t>varius</a:t>
            </a:r>
            <a:r>
              <a:rPr lang="en-US" sz="3200" dirty="0"/>
              <a:t> </a:t>
            </a:r>
            <a:r>
              <a:rPr lang="en-US" sz="3200" dirty="0" err="1"/>
              <a:t>natoque</a:t>
            </a:r>
            <a:r>
              <a:rPr lang="en-US" sz="3200" dirty="0"/>
              <a:t>. Sed sed </a:t>
            </a:r>
            <a:r>
              <a:rPr lang="en-US" sz="3200" dirty="0" err="1"/>
              <a:t>congue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sit </a:t>
            </a:r>
            <a:endParaRPr lang="en-US" sz="3200" b="1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68701F-1D5B-6345-99A6-4CEE0D810E8D}"/>
              </a:ext>
            </a:extLst>
          </p:cNvPr>
          <p:cNvSpPr txBox="1"/>
          <p:nvPr/>
        </p:nvSpPr>
        <p:spPr>
          <a:xfrm>
            <a:off x="29489400" y="6364223"/>
            <a:ext cx="7543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BB1C3F"/>
                </a:solidFill>
              </a:rPr>
              <a:t>Future Work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B17A3E-B8F5-AD47-BF90-C798FB9A5795}"/>
              </a:ext>
            </a:extLst>
          </p:cNvPr>
          <p:cNvSpPr txBox="1"/>
          <p:nvPr/>
        </p:nvSpPr>
        <p:spPr>
          <a:xfrm>
            <a:off x="1371600" y="21945599"/>
            <a:ext cx="7543800" cy="830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BB1C3F"/>
                </a:solidFill>
              </a:rPr>
              <a:t>Background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3E96BFD-241F-9947-B610-650FA9088939}"/>
              </a:ext>
            </a:extLst>
          </p:cNvPr>
          <p:cNvSpPr txBox="1"/>
          <p:nvPr/>
        </p:nvSpPr>
        <p:spPr>
          <a:xfrm>
            <a:off x="1371600" y="22860000"/>
            <a:ext cx="7543800" cy="143731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 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Mauris</a:t>
            </a:r>
            <a:r>
              <a:rPr lang="en-US" sz="3200" dirty="0"/>
              <a:t> </a:t>
            </a:r>
            <a:r>
              <a:rPr lang="en-US" sz="3200" dirty="0" err="1"/>
              <a:t>ultrices</a:t>
            </a:r>
            <a:r>
              <a:rPr lang="en-US" sz="3200" dirty="0"/>
              <a:t> mi id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efficitur</a:t>
            </a:r>
            <a:r>
              <a:rPr lang="en-US" sz="3200" dirty="0"/>
              <a:t>, at </a:t>
            </a:r>
            <a:r>
              <a:rPr lang="en-US" sz="3200" dirty="0" err="1"/>
              <a:t>mattis</a:t>
            </a:r>
            <a:r>
              <a:rPr lang="en-US" sz="3200" dirty="0"/>
              <a:t> lorem </a:t>
            </a:r>
            <a:r>
              <a:rPr lang="en-US" sz="3200" dirty="0" err="1"/>
              <a:t>mattis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eu</a:t>
            </a:r>
            <a:r>
              <a:rPr lang="en-US" sz="3200" dirty="0"/>
              <a:t> lacinia eros. Sed </a:t>
            </a:r>
            <a:r>
              <a:rPr lang="en-US" sz="3200" dirty="0" err="1"/>
              <a:t>facilisis</a:t>
            </a:r>
            <a:r>
              <a:rPr lang="en-US" sz="3200" dirty="0"/>
              <a:t> </a:t>
            </a:r>
            <a:r>
              <a:rPr lang="en-US" sz="3200" dirty="0" err="1"/>
              <a:t>neque</a:t>
            </a:r>
            <a:r>
              <a:rPr lang="en-US" sz="3200" dirty="0"/>
              <a:t> </a:t>
            </a:r>
            <a:r>
              <a:rPr lang="en-US" sz="3200" dirty="0" err="1"/>
              <a:t>tortor</a:t>
            </a:r>
            <a:r>
              <a:rPr lang="en-US" sz="3200" dirty="0"/>
              <a:t>, id porta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pellentesque</a:t>
            </a:r>
            <a:r>
              <a:rPr lang="en-US" sz="3200" dirty="0"/>
              <a:t> dictum. </a:t>
            </a:r>
            <a:r>
              <a:rPr lang="en-US" sz="3200" dirty="0" err="1"/>
              <a:t>Pellentesque</a:t>
            </a:r>
            <a:r>
              <a:rPr lang="en-US" sz="3200" dirty="0"/>
              <a:t> habitant </a:t>
            </a:r>
            <a:r>
              <a:rPr lang="en-US" sz="3200" dirty="0" err="1"/>
              <a:t>morbi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 </a:t>
            </a:r>
            <a:r>
              <a:rPr lang="en-US" sz="3200" dirty="0" err="1"/>
              <a:t>senectus</a:t>
            </a:r>
            <a:r>
              <a:rPr lang="en-US" sz="3200" dirty="0"/>
              <a:t> et </a:t>
            </a:r>
            <a:r>
              <a:rPr lang="en-US" sz="3200" dirty="0" err="1"/>
              <a:t>netus</a:t>
            </a:r>
            <a:r>
              <a:rPr lang="en-US" sz="3200" dirty="0"/>
              <a:t> et </a:t>
            </a:r>
            <a:r>
              <a:rPr lang="en-US" sz="3200" dirty="0" err="1"/>
              <a:t>malesuada</a:t>
            </a:r>
            <a:r>
              <a:rPr lang="en-US" sz="3200" dirty="0"/>
              <a:t> fames ac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egestas</a:t>
            </a:r>
            <a:r>
              <a:rPr lang="en-US" sz="3200" dirty="0"/>
              <a:t>. Vestibulum </a:t>
            </a:r>
            <a:r>
              <a:rPr lang="en-US" sz="3200" dirty="0" err="1"/>
              <a:t>sem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, </a:t>
            </a:r>
            <a:r>
              <a:rPr lang="en-US" sz="3200" dirty="0" err="1"/>
              <a:t>iaculis</a:t>
            </a:r>
            <a:r>
              <a:rPr lang="en-US" sz="3200" dirty="0"/>
              <a:t> et </a:t>
            </a:r>
            <a:r>
              <a:rPr lang="en-US" sz="3200" dirty="0" err="1"/>
              <a:t>lacus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, </a:t>
            </a:r>
            <a:r>
              <a:rPr lang="en-US" sz="3200" dirty="0" err="1"/>
              <a:t>rutrum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mi. Donec ligula </a:t>
            </a:r>
            <a:r>
              <a:rPr lang="en-US" sz="3200" dirty="0" err="1"/>
              <a:t>felis</a:t>
            </a:r>
            <a:r>
              <a:rPr lang="en-US" sz="3200" dirty="0"/>
              <a:t>, </a:t>
            </a:r>
            <a:r>
              <a:rPr lang="en-US" sz="3200" dirty="0" err="1"/>
              <a:t>eleifend</a:t>
            </a:r>
            <a:r>
              <a:rPr lang="en-US" sz="3200" dirty="0"/>
              <a:t> </a:t>
            </a:r>
            <a:r>
              <a:rPr lang="en-US" sz="3200" dirty="0" err="1"/>
              <a:t>imperdiet</a:t>
            </a:r>
            <a:r>
              <a:rPr lang="en-US" sz="3200" dirty="0"/>
              <a:t> </a:t>
            </a:r>
            <a:r>
              <a:rPr lang="en-US" sz="3200" dirty="0" err="1"/>
              <a:t>ullamcorper</a:t>
            </a:r>
            <a:r>
              <a:rPr lang="en-US" sz="3200" dirty="0"/>
              <a:t> non, </a:t>
            </a:r>
            <a:r>
              <a:rPr lang="en-US" sz="3200" dirty="0" err="1"/>
              <a:t>tincidunt</a:t>
            </a:r>
            <a:r>
              <a:rPr lang="en-US" sz="3200" dirty="0"/>
              <a:t> vel </a:t>
            </a:r>
            <a:r>
              <a:rPr lang="en-US" sz="3200" dirty="0" err="1"/>
              <a:t>nunc</a:t>
            </a:r>
            <a:r>
              <a:rPr lang="en-US" sz="3200" dirty="0"/>
              <a:t>. Sed sed </a:t>
            </a:r>
            <a:r>
              <a:rPr lang="en-US" sz="3200" dirty="0" err="1"/>
              <a:t>congue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sit </a:t>
            </a:r>
            <a:r>
              <a:rPr lang="en-US" sz="3200" dirty="0" err="1"/>
              <a:t>amet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 </a:t>
            </a:r>
            <a:r>
              <a:rPr lang="en-US" sz="3200" dirty="0" err="1"/>
              <a:t>purus</a:t>
            </a:r>
            <a:r>
              <a:rPr lang="en-US" sz="3200" dirty="0"/>
              <a:t>. </a:t>
            </a:r>
            <a:r>
              <a:rPr lang="en-US" sz="3200" dirty="0" err="1"/>
              <a:t>Orci</a:t>
            </a:r>
            <a:r>
              <a:rPr lang="en-US" sz="3200" dirty="0"/>
              <a:t> </a:t>
            </a:r>
            <a:r>
              <a:rPr lang="en-US" sz="3200" dirty="0" err="1"/>
              <a:t>varius</a:t>
            </a:r>
            <a:r>
              <a:rPr lang="en-US" sz="3200" dirty="0"/>
              <a:t> </a:t>
            </a:r>
            <a:r>
              <a:rPr lang="en-US" sz="3200" dirty="0" err="1"/>
              <a:t>natoque</a:t>
            </a:r>
            <a:r>
              <a:rPr lang="en-US" sz="3200" dirty="0"/>
              <a:t> </a:t>
            </a:r>
            <a:r>
              <a:rPr lang="en-US" sz="3200" dirty="0" err="1"/>
              <a:t>penatibus</a:t>
            </a:r>
            <a:r>
              <a:rPr lang="en-US" sz="3200" dirty="0"/>
              <a:t> et </a:t>
            </a:r>
            <a:r>
              <a:rPr lang="en-US" sz="3200" dirty="0" err="1"/>
              <a:t>magnis</a:t>
            </a:r>
            <a:r>
              <a:rPr lang="en-US" sz="3200" dirty="0"/>
              <a:t> dis parturient </a:t>
            </a:r>
            <a:r>
              <a:rPr lang="en-US" sz="3200" dirty="0" err="1"/>
              <a:t>montes</a:t>
            </a:r>
            <a:r>
              <a:rPr lang="en-US" sz="3200" dirty="0"/>
              <a:t>, </a:t>
            </a:r>
            <a:r>
              <a:rPr lang="en-US" sz="3200" dirty="0" err="1"/>
              <a:t>nascetur</a:t>
            </a:r>
            <a:r>
              <a:rPr lang="en-US" sz="3200" dirty="0"/>
              <a:t> </a:t>
            </a:r>
            <a:r>
              <a:rPr lang="en-US" sz="3200" dirty="0" err="1"/>
              <a:t>ridiculus</a:t>
            </a:r>
            <a:r>
              <a:rPr lang="en-US" sz="3200" dirty="0"/>
              <a:t> mus. In vel </a:t>
            </a:r>
            <a:r>
              <a:rPr lang="en-US" sz="3200" dirty="0" err="1"/>
              <a:t>ultrices</a:t>
            </a:r>
            <a:r>
              <a:rPr lang="en-US" sz="3200" dirty="0"/>
              <a:t> magna. In vel </a:t>
            </a:r>
            <a:r>
              <a:rPr lang="en-US" sz="3200" dirty="0" err="1"/>
              <a:t>justo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 </a:t>
            </a:r>
            <a:r>
              <a:rPr lang="en-US" sz="3200" dirty="0" err="1"/>
              <a:t>turpis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elementum</a:t>
            </a:r>
            <a:r>
              <a:rPr lang="en-US" sz="3200" dirty="0"/>
              <a:t>. Sed </a:t>
            </a:r>
            <a:r>
              <a:rPr lang="en-US" sz="3200" dirty="0" err="1"/>
              <a:t>ultricies</a:t>
            </a:r>
            <a:r>
              <a:rPr lang="en-US" sz="3200" dirty="0"/>
              <a:t> ipsum </a:t>
            </a:r>
            <a:r>
              <a:rPr lang="en-US" sz="3200" dirty="0" err="1"/>
              <a:t>ut</a:t>
            </a:r>
            <a:r>
              <a:rPr lang="en-US" sz="3200" dirty="0"/>
              <a:t>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eleifend</a:t>
            </a:r>
            <a:r>
              <a:rPr lang="en-US" sz="3200" dirty="0"/>
              <a:t>.</a:t>
            </a:r>
          </a:p>
          <a:p>
            <a:pPr algn="just"/>
            <a:endParaRPr lang="en-US" sz="3200" dirty="0"/>
          </a:p>
          <a:p>
            <a:pPr algn="just"/>
            <a:r>
              <a:rPr lang="en-US" sz="3200" dirty="0" err="1"/>
              <a:t>Nulla</a:t>
            </a:r>
            <a:r>
              <a:rPr lang="en-US" sz="3200" dirty="0"/>
              <a:t> </a:t>
            </a:r>
            <a:r>
              <a:rPr lang="en-US" sz="3200" dirty="0" err="1"/>
              <a:t>facilisi</a:t>
            </a:r>
            <a:r>
              <a:rPr lang="en-US" sz="3200" dirty="0"/>
              <a:t>. </a:t>
            </a:r>
            <a:r>
              <a:rPr lang="en-US" sz="3200" dirty="0" err="1"/>
              <a:t>Praesent</a:t>
            </a:r>
            <a:r>
              <a:rPr lang="en-US" sz="3200" dirty="0"/>
              <a:t> id dui a </a:t>
            </a:r>
            <a:r>
              <a:rPr lang="en-US" sz="3200" dirty="0" err="1"/>
              <a:t>orci</a:t>
            </a:r>
            <a:r>
              <a:rPr lang="en-US" sz="3200" dirty="0"/>
              <a:t> </a:t>
            </a:r>
            <a:r>
              <a:rPr lang="en-US" sz="3200" dirty="0" err="1"/>
              <a:t>molestie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. Donec eros </a:t>
            </a:r>
            <a:r>
              <a:rPr lang="en-US" sz="3200" dirty="0" err="1"/>
              <a:t>turpis</a:t>
            </a:r>
            <a:r>
              <a:rPr lang="en-US" sz="3200" dirty="0"/>
              <a:t>, </a:t>
            </a:r>
            <a:r>
              <a:rPr lang="en-US" sz="3200" dirty="0" err="1"/>
              <a:t>eleifend</a:t>
            </a:r>
            <a:r>
              <a:rPr lang="en-US" sz="3200" dirty="0"/>
              <a:t> </a:t>
            </a:r>
            <a:r>
              <a:rPr lang="en-US" sz="3200" dirty="0" err="1"/>
              <a:t>nec</a:t>
            </a:r>
            <a:r>
              <a:rPr lang="en-US" sz="3200" dirty="0"/>
              <a:t> convallis vitae, </a:t>
            </a:r>
            <a:r>
              <a:rPr lang="en-US" sz="3200" dirty="0" err="1"/>
              <a:t>venenatis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</a:t>
            </a:r>
            <a:r>
              <a:rPr lang="en-US" sz="3200" dirty="0" err="1"/>
              <a:t>justo</a:t>
            </a:r>
            <a:r>
              <a:rPr lang="en-US" sz="3200" dirty="0"/>
              <a:t>. Cras vel </a:t>
            </a:r>
            <a:r>
              <a:rPr lang="en-US" sz="3200" dirty="0" err="1"/>
              <a:t>malesuada</a:t>
            </a:r>
            <a:r>
              <a:rPr lang="en-US" sz="3200" dirty="0"/>
              <a:t> </a:t>
            </a:r>
            <a:r>
              <a:rPr lang="en-US" sz="3200" dirty="0" err="1"/>
              <a:t>metus</a:t>
            </a:r>
            <a:r>
              <a:rPr lang="en-US" sz="3200" dirty="0"/>
              <a:t>. Donec </a:t>
            </a:r>
            <a:r>
              <a:rPr lang="en-US" sz="3200" dirty="0" err="1"/>
              <a:t>ut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 id ex </a:t>
            </a:r>
            <a:r>
              <a:rPr lang="en-US" sz="3200" dirty="0" err="1"/>
              <a:t>tincidunt</a:t>
            </a:r>
            <a:r>
              <a:rPr lang="en-US" sz="3200" dirty="0"/>
              <a:t> </a:t>
            </a:r>
            <a:r>
              <a:rPr lang="en-US" sz="3200" dirty="0" err="1"/>
              <a:t>tristique</a:t>
            </a:r>
            <a:r>
              <a:rPr lang="en-US" sz="3200" dirty="0"/>
              <a:t>. Cras </a:t>
            </a:r>
            <a:r>
              <a:rPr lang="en-US" sz="3200" dirty="0" err="1"/>
              <a:t>facilisis</a:t>
            </a:r>
            <a:r>
              <a:rPr lang="en-US" sz="3200" dirty="0"/>
              <a:t> </a:t>
            </a:r>
            <a:r>
              <a:rPr lang="en-US" sz="3200" dirty="0" err="1"/>
              <a:t>sapien</a:t>
            </a:r>
            <a:r>
              <a:rPr lang="en-US" sz="3200" dirty="0"/>
              <a:t> </a:t>
            </a:r>
            <a:r>
              <a:rPr lang="en-US" sz="3200" dirty="0" err="1"/>
              <a:t>lacus</a:t>
            </a:r>
            <a:r>
              <a:rPr lang="en-US" sz="3200" dirty="0"/>
              <a:t>, </a:t>
            </a:r>
            <a:r>
              <a:rPr lang="en-US" sz="3200" dirty="0" err="1"/>
              <a:t>quis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 </a:t>
            </a:r>
            <a:r>
              <a:rPr lang="en-US" sz="3200" dirty="0" err="1"/>
              <a:t>est</a:t>
            </a:r>
            <a:r>
              <a:rPr lang="en-US" sz="3200" dirty="0"/>
              <a:t> </a:t>
            </a:r>
            <a:r>
              <a:rPr lang="en-US" sz="3200" dirty="0" err="1"/>
              <a:t>posuere</a:t>
            </a:r>
            <a:r>
              <a:rPr lang="en-US" sz="3200" dirty="0"/>
              <a:t> ac. </a:t>
            </a:r>
            <a:r>
              <a:rPr lang="en-US" sz="3200" dirty="0" err="1"/>
              <a:t>Fusce</a:t>
            </a:r>
            <a:r>
              <a:rPr lang="en-US" sz="3200" dirty="0"/>
              <a:t> </a:t>
            </a:r>
            <a:r>
              <a:rPr lang="en-US" sz="3200" dirty="0" err="1"/>
              <a:t>tincidunt</a:t>
            </a:r>
            <a:r>
              <a:rPr lang="en-US" sz="3200" dirty="0"/>
              <a:t> </a:t>
            </a:r>
            <a:r>
              <a:rPr lang="en-US" sz="3200" dirty="0" err="1"/>
              <a:t>ullamcorper</a:t>
            </a:r>
            <a:r>
              <a:rPr lang="en-US" sz="3200" dirty="0"/>
              <a:t> </a:t>
            </a:r>
            <a:r>
              <a:rPr lang="en-US" sz="3200" dirty="0" err="1"/>
              <a:t>leo</a:t>
            </a:r>
            <a:r>
              <a:rPr lang="en-US" sz="3200" dirty="0"/>
              <a:t> at </a:t>
            </a:r>
            <a:r>
              <a:rPr lang="en-US" sz="3200" dirty="0" err="1"/>
              <a:t>egestas</a:t>
            </a:r>
            <a:r>
              <a:rPr lang="en-US" sz="3200" dirty="0"/>
              <a:t>. </a:t>
            </a:r>
          </a:p>
        </p:txBody>
      </p:sp>
      <p:pic>
        <p:nvPicPr>
          <p:cNvPr id="30" name="Picture 2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ECFDFCC-AA95-CA4D-825E-848FFE7C834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26325576"/>
            <a:ext cx="7543800" cy="495646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9A32D62A-0501-F949-A5B2-821CB6B360C1}"/>
              </a:ext>
            </a:extLst>
          </p:cNvPr>
          <p:cNvSpPr txBox="1"/>
          <p:nvPr/>
        </p:nvSpPr>
        <p:spPr>
          <a:xfrm>
            <a:off x="10744200" y="31629096"/>
            <a:ext cx="7543800" cy="30469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rgbClr val="BB1C3F"/>
                </a:solidFill>
              </a:rPr>
              <a:t>Figure 1: </a:t>
            </a:r>
            <a:r>
              <a:rPr lang="en-US" sz="3200" dirty="0"/>
              <a:t>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</a:p>
        </p:txBody>
      </p:sp>
      <p:pic>
        <p:nvPicPr>
          <p:cNvPr id="32" name="Picture 31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2A355EF-BF37-1941-A838-15E3E50CF5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00" y="18013685"/>
            <a:ext cx="7543800" cy="3590717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FE4ABEB6-42E0-5448-8797-D240D1D728E0}"/>
              </a:ext>
            </a:extLst>
          </p:cNvPr>
          <p:cNvSpPr txBox="1"/>
          <p:nvPr/>
        </p:nvSpPr>
        <p:spPr>
          <a:xfrm>
            <a:off x="20116800" y="21919480"/>
            <a:ext cx="7543800" cy="30469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rgbClr val="BB1C3F"/>
                </a:solidFill>
              </a:rPr>
              <a:t>Figure 2: </a:t>
            </a:r>
            <a:r>
              <a:rPr lang="en-US" sz="3200" dirty="0"/>
              <a:t>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</a:p>
        </p:txBody>
      </p:sp>
      <p:pic>
        <p:nvPicPr>
          <p:cNvPr id="65" name="Picture 64" descr="A picture containing text, monitor, electronics, screenshot&#10;&#10;Description automatically generated">
            <a:extLst>
              <a:ext uri="{FF2B5EF4-FFF2-40B4-BE49-F238E27FC236}">
                <a16:creationId xmlns:a16="http://schemas.microsoft.com/office/drawing/2014/main" id="{F6801293-8C2D-DC4C-9773-5E5463ED4B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31300" y="25267558"/>
            <a:ext cx="4114800" cy="85090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EC1F8AC7-7AEA-E74F-BE38-74113B20D5C9}"/>
              </a:ext>
            </a:extLst>
          </p:cNvPr>
          <p:cNvSpPr txBox="1"/>
          <p:nvPr/>
        </p:nvSpPr>
        <p:spPr>
          <a:xfrm>
            <a:off x="20116800" y="34088832"/>
            <a:ext cx="7543800" cy="304698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solidFill>
                  <a:srgbClr val="BB1C3F"/>
                </a:solidFill>
              </a:rPr>
              <a:t>Figure 3: </a:t>
            </a:r>
            <a:r>
              <a:rPr lang="en-US" sz="3200" dirty="0"/>
              <a:t>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91F93C-A7BD-B64A-849B-B4DA616BE3FB}"/>
              </a:ext>
            </a:extLst>
          </p:cNvPr>
          <p:cNvSpPr txBox="1"/>
          <p:nvPr/>
        </p:nvSpPr>
        <p:spPr>
          <a:xfrm>
            <a:off x="29489400" y="26910791"/>
            <a:ext cx="7543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BB1C3F"/>
                </a:solidFill>
              </a:rPr>
              <a:t>References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1F0780E-0709-FD48-B93E-B99DCFE28DBE}"/>
              </a:ext>
            </a:extLst>
          </p:cNvPr>
          <p:cNvSpPr txBox="1"/>
          <p:nvPr/>
        </p:nvSpPr>
        <p:spPr>
          <a:xfrm>
            <a:off x="29489400" y="27822144"/>
            <a:ext cx="7543800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3200" dirty="0"/>
              <a:t>Lorem ipsum dolor sit </a:t>
            </a:r>
            <a:r>
              <a:rPr lang="en-US" sz="3200" dirty="0" err="1"/>
              <a:t>amet</a:t>
            </a:r>
            <a:r>
              <a:rPr lang="en-US" sz="3200" dirty="0"/>
              <a:t>, </a:t>
            </a:r>
            <a:r>
              <a:rPr lang="en-US" sz="3200" dirty="0" err="1"/>
              <a:t>consectetur</a:t>
            </a:r>
            <a:r>
              <a:rPr lang="en-US" sz="3200" dirty="0"/>
              <a:t> </a:t>
            </a:r>
            <a:r>
              <a:rPr lang="en-US" sz="3200" dirty="0" err="1"/>
              <a:t>adipiscing</a:t>
            </a:r>
            <a:r>
              <a:rPr lang="en-US" sz="3200" dirty="0"/>
              <a:t> </a:t>
            </a:r>
            <a:r>
              <a:rPr lang="en-US" sz="3200" dirty="0" err="1"/>
              <a:t>elit</a:t>
            </a:r>
            <a:r>
              <a:rPr lang="en-US" sz="3200" dirty="0"/>
              <a:t>. 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hendrerit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ante </a:t>
            </a:r>
            <a:r>
              <a:rPr lang="en-US" sz="3200" dirty="0" err="1"/>
              <a:t>eget</a:t>
            </a:r>
            <a:r>
              <a:rPr lang="en-US" sz="3200" dirty="0"/>
              <a:t> </a:t>
            </a:r>
            <a:r>
              <a:rPr lang="en-US" sz="3200" dirty="0" err="1"/>
              <a:t>commodo</a:t>
            </a:r>
            <a:r>
              <a:rPr lang="en-US" sz="3200" dirty="0"/>
              <a:t>. 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Curabitur</a:t>
            </a:r>
            <a:r>
              <a:rPr lang="en-US" sz="3200" dirty="0"/>
              <a:t> </a:t>
            </a:r>
            <a:r>
              <a:rPr lang="en-US" sz="3200" dirty="0" err="1"/>
              <a:t>nunc</a:t>
            </a:r>
            <a:r>
              <a:rPr lang="en-US" sz="3200" dirty="0"/>
              <a:t> </a:t>
            </a:r>
            <a:r>
              <a:rPr lang="en-US" sz="3200" dirty="0" err="1"/>
              <a:t>nibh</a:t>
            </a:r>
            <a:r>
              <a:rPr lang="en-US" sz="3200" dirty="0"/>
              <a:t>, </a:t>
            </a:r>
            <a:r>
              <a:rPr lang="en-US" sz="3200" dirty="0" err="1"/>
              <a:t>luctus</a:t>
            </a:r>
            <a:r>
              <a:rPr lang="en-US" sz="3200" dirty="0"/>
              <a:t> </a:t>
            </a:r>
            <a:r>
              <a:rPr lang="en-US" sz="3200" dirty="0" err="1"/>
              <a:t>quis</a:t>
            </a:r>
            <a:r>
              <a:rPr lang="en-US" sz="3200" dirty="0"/>
              <a:t> eros vel, </a:t>
            </a:r>
            <a:r>
              <a:rPr lang="en-US" sz="3200" dirty="0" err="1"/>
              <a:t>aliquet</a:t>
            </a:r>
            <a:r>
              <a:rPr lang="en-US" sz="3200" dirty="0"/>
              <a:t> </a:t>
            </a:r>
            <a:r>
              <a:rPr lang="en-US" sz="3200" dirty="0" err="1"/>
              <a:t>laoreet</a:t>
            </a:r>
            <a:r>
              <a:rPr lang="en-US" sz="3200" dirty="0"/>
              <a:t> </a:t>
            </a:r>
            <a:r>
              <a:rPr lang="en-US" sz="3200" dirty="0" err="1"/>
              <a:t>urna</a:t>
            </a:r>
            <a:r>
              <a:rPr lang="en-US" sz="3200" dirty="0"/>
              <a:t>. </a:t>
            </a:r>
          </a:p>
          <a:p>
            <a:pPr marL="514350" indent="-514350" algn="just">
              <a:buAutoNum type="arabicPeriod"/>
            </a:pPr>
            <a:r>
              <a:rPr lang="en-US" sz="3200" dirty="0" err="1"/>
              <a:t>Aliquam</a:t>
            </a:r>
            <a:r>
              <a:rPr lang="en-US" sz="3200" dirty="0"/>
              <a:t>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volutpat</a:t>
            </a:r>
            <a:r>
              <a:rPr lang="en-US" sz="3200" dirty="0"/>
              <a:t>. </a:t>
            </a:r>
            <a:r>
              <a:rPr lang="en-US" sz="3200" dirty="0" err="1"/>
              <a:t>Mauris</a:t>
            </a:r>
            <a:r>
              <a:rPr lang="en-US" sz="3200" dirty="0"/>
              <a:t> </a:t>
            </a:r>
            <a:r>
              <a:rPr lang="en-US" sz="3200" dirty="0" err="1"/>
              <a:t>ultrices</a:t>
            </a:r>
            <a:r>
              <a:rPr lang="en-US" sz="3200" dirty="0"/>
              <a:t> mi id </a:t>
            </a:r>
            <a:r>
              <a:rPr lang="en-US" sz="3200" dirty="0" err="1"/>
              <a:t>erat</a:t>
            </a:r>
            <a:r>
              <a:rPr lang="en-US" sz="3200" dirty="0"/>
              <a:t> </a:t>
            </a:r>
            <a:r>
              <a:rPr lang="en-US" sz="3200" dirty="0" err="1"/>
              <a:t>efficitur</a:t>
            </a:r>
            <a:r>
              <a:rPr lang="en-US" sz="3200" dirty="0"/>
              <a:t>, at </a:t>
            </a:r>
            <a:r>
              <a:rPr lang="en-US" sz="3200" dirty="0" err="1"/>
              <a:t>mattis</a:t>
            </a:r>
            <a:r>
              <a:rPr lang="en-US" sz="3200" dirty="0"/>
              <a:t> lorem </a:t>
            </a:r>
            <a:r>
              <a:rPr lang="en-US" sz="3200" dirty="0" err="1"/>
              <a:t>mattis</a:t>
            </a:r>
            <a:r>
              <a:rPr lang="en-US" sz="3200" dirty="0"/>
              <a:t>.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E014FC1-89AE-2C42-B656-71AC274FF794}"/>
              </a:ext>
            </a:extLst>
          </p:cNvPr>
          <p:cNvSpPr txBox="1"/>
          <p:nvPr/>
        </p:nvSpPr>
        <p:spPr>
          <a:xfrm>
            <a:off x="29489400" y="32497775"/>
            <a:ext cx="7543800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BB1C3F"/>
                </a:solidFill>
              </a:rPr>
              <a:t>Acknowledgements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B353B1-5EC5-9B40-8654-50B3A5F38B70}"/>
              </a:ext>
            </a:extLst>
          </p:cNvPr>
          <p:cNvSpPr txBox="1"/>
          <p:nvPr/>
        </p:nvSpPr>
        <p:spPr>
          <a:xfrm>
            <a:off x="29413200" y="33371790"/>
            <a:ext cx="7543800" cy="35394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We would like to thank Dr. Karen Meisch for her support of students in the College of Science, Technology, Engineering &amp; Mathematics, and Dr. Leong Lee for his support of students in the Department of Computer Science and Information Technology.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13D3A641-3556-174E-81A8-FB2A256E9AF5}"/>
              </a:ext>
            </a:extLst>
          </p:cNvPr>
          <p:cNvCxnSpPr/>
          <p:nvPr/>
        </p:nvCxnSpPr>
        <p:spPr>
          <a:xfrm>
            <a:off x="1371600" y="5715000"/>
            <a:ext cx="35661600" cy="0"/>
          </a:xfrm>
          <a:prstGeom prst="line">
            <a:avLst/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AutoShape 2">
            <a:extLst>
              <a:ext uri="{FF2B5EF4-FFF2-40B4-BE49-F238E27FC236}">
                <a16:creationId xmlns:a16="http://schemas.microsoft.com/office/drawing/2014/main" id="{E26EEE62-8045-E7A6-319D-4E1E9C6E81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0" y="19050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3E7396-9B31-7445-9E1E-625C166751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50" t="19453" r="29401" b="28105"/>
          <a:stretch>
            <a:fillRect/>
          </a:stretch>
        </p:blipFill>
        <p:spPr>
          <a:xfrm>
            <a:off x="31599553" y="339511"/>
            <a:ext cx="5875719" cy="504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60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</TotalTime>
  <Words>1340</Words>
  <Application>Microsoft Office PowerPoint</Application>
  <PresentationFormat>Custom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UCLA Division of Undergraduate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Cruz, Diana</dc:creator>
  <cp:lastModifiedBy>Jordan Weaver</cp:lastModifiedBy>
  <cp:revision>95</cp:revision>
  <cp:lastPrinted>2016-07-13T23:56:52Z</cp:lastPrinted>
  <dcterms:created xsi:type="dcterms:W3CDTF">2016-06-13T20:02:52Z</dcterms:created>
  <dcterms:modified xsi:type="dcterms:W3CDTF">2026-03-24T16:25:00Z</dcterms:modified>
</cp:coreProperties>
</file>